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9"/>
  </p:normalViewPr>
  <p:slideViewPr>
    <p:cSldViewPr snapToGrid="0">
      <p:cViewPr>
        <p:scale>
          <a:sx n="189" d="100"/>
          <a:sy n="189" d="100"/>
        </p:scale>
        <p:origin x="-2928" y="-2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EE7-4F58-3729-3CE0-DD6DD96EA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90810-F7A6-A5D5-DBC8-2CC3B464C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50673-BCD6-5E38-BDA0-F238CBF1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8AACE-00C3-AEEF-C385-4E06F2E0D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FE356-EC7C-F36F-CDCC-078F547E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6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7F82-A55D-ACFC-4A81-30700BDB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E2BDA-B839-B9C9-E05F-BFE8F2B5B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51B0F-F10A-DD2F-B8D3-FFEE0A06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3DDE5-5690-152C-D410-E25D4B35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6764E-A19B-1539-D841-66FE3FF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02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D27A1-B46A-DE70-CC96-E01C7F0A6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A2FE0-CD26-7691-BAEB-08EAEA1B8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67B7-5E9B-BB38-4E21-0B2CC56D6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8C01B-CE83-1BDA-0C7F-957A96E6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5258E-D69D-432B-C6AA-818803710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0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0571-50E8-7DB1-AD4A-EA3F57AF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7C82E-83D9-A222-DD2D-D3DA3A58A5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AC659-5341-C0EF-AFFF-D03020919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3887F-E907-B285-0314-F43167D4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837E2-B397-F704-EFD7-DACF277D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BA4EF-4FDB-BB09-992B-7DA84F43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8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6B18-2B83-62F7-EC80-ED1544CE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8C9F7-DECF-86DD-ADE8-B9BAA22B0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3D396-9DBA-F535-CD95-27A6C91C4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5824A3-D551-0F04-7817-DB48EB514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84E02F-5C9D-01E5-571E-CB59BFB61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61C4A0-CA93-B8D7-34BE-A36FD6FE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07539-C80C-5C77-997E-E8B565BB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C7894-B994-B07C-CB7E-C180FA5E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9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9243-3E3E-695D-A978-E9C4678E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A8C6C-461D-9C4F-0363-2AC1809D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61017-3F03-0B04-5821-9A449FCD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E1BB5-080A-FC98-8B8C-8B608407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0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ED562B-6B8A-675F-8F01-4A46FE90C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41AC75-57EC-45FE-8C08-4C301CAD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737F-F1C9-9665-9B11-69CB2C06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8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EFFEC-0343-2C80-27AD-22C3407B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1E6B-1635-0268-7C5C-D5AA920A6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6E326-F3C6-69CC-87D4-4D6E7D393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04AB1-6260-95DB-63E2-8E8F45E29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291B-0A14-05E3-782E-031A44E7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F1E0A-E147-23DA-F320-15C2D688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9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61F7-A794-1B46-4E9D-ABDC14657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D7EAE-4FC9-F8A9-1C77-CED565D1B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EC75B-5705-E713-02E7-D08DFA988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7D15F-8E37-A41D-9FB9-4A114DDC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E452B-6413-7963-68E6-75793072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08A92-E566-F724-011B-5C1A9A0D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D6C33-C974-BE57-47EF-CF47E211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69267-D99E-B79E-C4CB-36672EF7F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2B991-4E2B-7487-5EA9-0875E84F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374F8-697F-1751-BB62-3C161076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02D0-6A5D-9234-B89F-84A334E5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0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67732-B677-6E34-737B-373167B02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DE11D-FF50-C04C-6795-6E63B752C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D5E60-342B-C899-EC85-7DBC0373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34AA9-DEC8-B664-C7D4-89C64D64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E8C65-138E-9BF5-0683-16C977A5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7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5054C-1AF6-9F77-2CA1-8921A18E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3AE3E-AE59-7E31-747C-96B91AF6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488EE-518A-38DF-599A-34196D282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5F1E8-7600-1B44-AEE2-8E0C7D37728C}" type="datetimeFigureOut">
              <a:rPr lang="en-US" smtClean="0"/>
              <a:t>5/22/25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4A4C-DA57-3C0C-598A-0960569EA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D21B-D691-E9CD-A16B-F04CAA226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61248-3A1E-E247-A8DB-8BE4018E2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9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1D0FEC11-52C1-D224-36D0-1E49BFAFC94A}"/>
              </a:ext>
            </a:extLst>
          </p:cNvPr>
          <p:cNvGrpSpPr/>
          <p:nvPr/>
        </p:nvGrpSpPr>
        <p:grpSpPr>
          <a:xfrm>
            <a:off x="3355581" y="2390009"/>
            <a:ext cx="5537191" cy="2447329"/>
            <a:chOff x="3355581" y="2390009"/>
            <a:chExt cx="5537191" cy="24473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3B2B94-0D30-EF6C-D455-01FFF2CBD156}"/>
                </a:ext>
              </a:extLst>
            </p:cNvPr>
            <p:cNvSpPr/>
            <p:nvPr/>
          </p:nvSpPr>
          <p:spPr>
            <a:xfrm>
              <a:off x="5012126" y="3376830"/>
              <a:ext cx="242828" cy="239034"/>
            </a:xfrm>
            <a:prstGeom prst="rect">
              <a:avLst/>
            </a:prstGeom>
            <a:solidFill>
              <a:schemeClr val="accent1">
                <a:alpha val="304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1F2E5FE-FA9A-6E49-F8FA-554E99D92C5B}"/>
                </a:ext>
              </a:extLst>
            </p:cNvPr>
            <p:cNvGrpSpPr/>
            <p:nvPr/>
          </p:nvGrpSpPr>
          <p:grpSpPr>
            <a:xfrm>
              <a:off x="5452252" y="3376830"/>
              <a:ext cx="384271" cy="230832"/>
              <a:chOff x="5452252" y="3376830"/>
              <a:chExt cx="384271" cy="23083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7AB710E9-A6BB-EDF7-9EED-BCFE6A437AE5}"/>
                      </a:ext>
                    </a:extLst>
                  </p:cNvPr>
                  <p:cNvSpPr txBox="1"/>
                  <p:nvPr/>
                </p:nvSpPr>
                <p:spPr>
                  <a:xfrm>
                    <a:off x="5452252" y="3376830"/>
                    <a:ext cx="384271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sz="900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7AB710E9-A6BB-EDF7-9EED-BCFE6A437A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2252" y="3376830"/>
                    <a:ext cx="384271" cy="2308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8C4F9E3-F232-ADBA-A395-B290DA5AFB82}"/>
                  </a:ext>
                </a:extLst>
              </p:cNvPr>
              <p:cNvSpPr/>
              <p:nvPr/>
            </p:nvSpPr>
            <p:spPr>
              <a:xfrm>
                <a:off x="5522973" y="3376830"/>
                <a:ext cx="242828" cy="230832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AF31FF-6D56-2390-7555-E90426825913}"/>
                </a:ext>
              </a:extLst>
            </p:cNvPr>
            <p:cNvSpPr/>
            <p:nvPr/>
          </p:nvSpPr>
          <p:spPr>
            <a:xfrm>
              <a:off x="5012126" y="2538946"/>
              <a:ext cx="242828" cy="239034"/>
            </a:xfrm>
            <a:prstGeom prst="rect">
              <a:avLst/>
            </a:prstGeom>
            <a:solidFill>
              <a:schemeClr val="accent1">
                <a:alpha val="7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83BFB4-0ABA-791A-06AE-56DE52272E0F}"/>
                </a:ext>
              </a:extLst>
            </p:cNvPr>
            <p:cNvSpPr/>
            <p:nvPr/>
          </p:nvSpPr>
          <p:spPr>
            <a:xfrm>
              <a:off x="5012126" y="4155272"/>
              <a:ext cx="242828" cy="239034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05E4CE-3B26-5B6B-E7AD-F0B040178835}"/>
                </a:ext>
              </a:extLst>
            </p:cNvPr>
            <p:cNvSpPr/>
            <p:nvPr/>
          </p:nvSpPr>
          <p:spPr>
            <a:xfrm>
              <a:off x="6545552" y="3376830"/>
              <a:ext cx="242828" cy="239034"/>
            </a:xfrm>
            <a:prstGeom prst="rect">
              <a:avLst/>
            </a:prstGeom>
            <a:solidFill>
              <a:schemeClr val="accent1">
                <a:alpha val="304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472F94-B976-C9AE-C113-F904988823EB}"/>
                </a:ext>
              </a:extLst>
            </p:cNvPr>
            <p:cNvSpPr/>
            <p:nvPr/>
          </p:nvSpPr>
          <p:spPr>
            <a:xfrm>
              <a:off x="6545552" y="2538946"/>
              <a:ext cx="242828" cy="239034"/>
            </a:xfrm>
            <a:prstGeom prst="rect">
              <a:avLst/>
            </a:prstGeom>
            <a:solidFill>
              <a:schemeClr val="accent1">
                <a:alpha val="7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A5CFAD-3A65-DE7D-3877-3524A2C314A8}"/>
                </a:ext>
              </a:extLst>
            </p:cNvPr>
            <p:cNvSpPr/>
            <p:nvPr/>
          </p:nvSpPr>
          <p:spPr>
            <a:xfrm>
              <a:off x="6545552" y="4155272"/>
              <a:ext cx="242828" cy="239034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DC47C19-417D-62DA-5191-78B8FA2C6DFB}"/>
                </a:ext>
              </a:extLst>
            </p:cNvPr>
            <p:cNvCxnSpPr>
              <a:stCxn id="4" idx="0"/>
              <a:endCxn id="7" idx="2"/>
            </p:cNvCxnSpPr>
            <p:nvPr/>
          </p:nvCxnSpPr>
          <p:spPr>
            <a:xfrm flipV="1">
              <a:off x="5133540" y="2777980"/>
              <a:ext cx="0" cy="59885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63C69FC-880F-C8EF-C8D6-811D8096B2EE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 flipV="1">
              <a:off x="5133105" y="3615864"/>
              <a:ext cx="435" cy="539408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AEA687F-05A2-D9C7-64D5-4623B38AFE1D}"/>
                </a:ext>
              </a:extLst>
            </p:cNvPr>
            <p:cNvCxnSpPr/>
            <p:nvPr/>
          </p:nvCxnSpPr>
          <p:spPr>
            <a:xfrm flipV="1">
              <a:off x="6667065" y="2777980"/>
              <a:ext cx="0" cy="59885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A795912-B22C-3725-50EE-59BBE24C9D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6966" y="3615864"/>
              <a:ext cx="435" cy="539408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DDBA500-0601-EF96-00CC-24DD5ED6B0C6}"/>
                </a:ext>
              </a:extLst>
            </p:cNvPr>
            <p:cNvSpPr/>
            <p:nvPr/>
          </p:nvSpPr>
          <p:spPr>
            <a:xfrm>
              <a:off x="5140325" y="3034105"/>
              <a:ext cx="504825" cy="340920"/>
            </a:xfrm>
            <a:custGeom>
              <a:avLst/>
              <a:gdLst>
                <a:gd name="connsiteX0" fmla="*/ 0 w 504825"/>
                <a:gd name="connsiteY0" fmla="*/ 331395 h 340920"/>
                <a:gd name="connsiteX1" fmla="*/ 47625 w 504825"/>
                <a:gd name="connsiteY1" fmla="*/ 207570 h 340920"/>
                <a:gd name="connsiteX2" fmla="*/ 107950 w 504825"/>
                <a:gd name="connsiteY2" fmla="*/ 99620 h 340920"/>
                <a:gd name="connsiteX3" fmla="*/ 190500 w 504825"/>
                <a:gd name="connsiteY3" fmla="*/ 23420 h 340920"/>
                <a:gd name="connsiteX4" fmla="*/ 292100 w 504825"/>
                <a:gd name="connsiteY4" fmla="*/ 1195 h 340920"/>
                <a:gd name="connsiteX5" fmla="*/ 371475 w 504825"/>
                <a:gd name="connsiteY5" fmla="*/ 7545 h 340920"/>
                <a:gd name="connsiteX6" fmla="*/ 425450 w 504825"/>
                <a:gd name="connsiteY6" fmla="*/ 45645 h 340920"/>
                <a:gd name="connsiteX7" fmla="*/ 460375 w 504825"/>
                <a:gd name="connsiteY7" fmla="*/ 112320 h 340920"/>
                <a:gd name="connsiteX8" fmla="*/ 482600 w 504825"/>
                <a:gd name="connsiteY8" fmla="*/ 185345 h 340920"/>
                <a:gd name="connsiteX9" fmla="*/ 492125 w 504825"/>
                <a:gd name="connsiteY9" fmla="*/ 223445 h 340920"/>
                <a:gd name="connsiteX10" fmla="*/ 495300 w 504825"/>
                <a:gd name="connsiteY10" fmla="*/ 267895 h 340920"/>
                <a:gd name="connsiteX11" fmla="*/ 501650 w 504825"/>
                <a:gd name="connsiteY11" fmla="*/ 312345 h 340920"/>
                <a:gd name="connsiteX12" fmla="*/ 504825 w 504825"/>
                <a:gd name="connsiteY12" fmla="*/ 340920 h 34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825" h="340920">
                  <a:moveTo>
                    <a:pt x="0" y="331395"/>
                  </a:moveTo>
                  <a:cubicBezTo>
                    <a:pt x="14816" y="288797"/>
                    <a:pt x="29633" y="246199"/>
                    <a:pt x="47625" y="207570"/>
                  </a:cubicBezTo>
                  <a:cubicBezTo>
                    <a:pt x="65617" y="168941"/>
                    <a:pt x="84138" y="130312"/>
                    <a:pt x="107950" y="99620"/>
                  </a:cubicBezTo>
                  <a:cubicBezTo>
                    <a:pt x="131762" y="68928"/>
                    <a:pt x="159808" y="39824"/>
                    <a:pt x="190500" y="23420"/>
                  </a:cubicBezTo>
                  <a:cubicBezTo>
                    <a:pt x="221192" y="7016"/>
                    <a:pt x="261938" y="3841"/>
                    <a:pt x="292100" y="1195"/>
                  </a:cubicBezTo>
                  <a:cubicBezTo>
                    <a:pt x="322262" y="-1451"/>
                    <a:pt x="349250" y="137"/>
                    <a:pt x="371475" y="7545"/>
                  </a:cubicBezTo>
                  <a:cubicBezTo>
                    <a:pt x="393700" y="14953"/>
                    <a:pt x="410633" y="28183"/>
                    <a:pt x="425450" y="45645"/>
                  </a:cubicBezTo>
                  <a:cubicBezTo>
                    <a:pt x="440267" y="63107"/>
                    <a:pt x="450850" y="89037"/>
                    <a:pt x="460375" y="112320"/>
                  </a:cubicBezTo>
                  <a:cubicBezTo>
                    <a:pt x="469900" y="135603"/>
                    <a:pt x="477308" y="166824"/>
                    <a:pt x="482600" y="185345"/>
                  </a:cubicBezTo>
                  <a:cubicBezTo>
                    <a:pt x="487892" y="203866"/>
                    <a:pt x="490008" y="209687"/>
                    <a:pt x="492125" y="223445"/>
                  </a:cubicBezTo>
                  <a:cubicBezTo>
                    <a:pt x="494242" y="237203"/>
                    <a:pt x="493713" y="253078"/>
                    <a:pt x="495300" y="267895"/>
                  </a:cubicBezTo>
                  <a:cubicBezTo>
                    <a:pt x="496887" y="282712"/>
                    <a:pt x="500063" y="300174"/>
                    <a:pt x="501650" y="312345"/>
                  </a:cubicBezTo>
                  <a:cubicBezTo>
                    <a:pt x="503237" y="324516"/>
                    <a:pt x="504031" y="332718"/>
                    <a:pt x="504825" y="340920"/>
                  </a:cubicBezTo>
                </a:path>
              </a:pathLst>
            </a:custGeom>
            <a:noFill/>
            <a:ln w="9525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1BDBDE7-FA56-27AD-7AF2-8F233450112C}"/>
                </a:ext>
              </a:extLst>
            </p:cNvPr>
            <p:cNvSpPr/>
            <p:nvPr/>
          </p:nvSpPr>
          <p:spPr>
            <a:xfrm>
              <a:off x="5130800" y="3609975"/>
              <a:ext cx="524060" cy="376438"/>
            </a:xfrm>
            <a:custGeom>
              <a:avLst/>
              <a:gdLst>
                <a:gd name="connsiteX0" fmla="*/ 520700 w 524060"/>
                <a:gd name="connsiteY0" fmla="*/ 0 h 376438"/>
                <a:gd name="connsiteX1" fmla="*/ 520700 w 524060"/>
                <a:gd name="connsiteY1" fmla="*/ 139700 h 376438"/>
                <a:gd name="connsiteX2" fmla="*/ 485775 w 524060"/>
                <a:gd name="connsiteY2" fmla="*/ 247650 h 376438"/>
                <a:gd name="connsiteX3" fmla="*/ 412750 w 524060"/>
                <a:gd name="connsiteY3" fmla="*/ 327025 h 376438"/>
                <a:gd name="connsiteX4" fmla="*/ 330200 w 524060"/>
                <a:gd name="connsiteY4" fmla="*/ 371475 h 376438"/>
                <a:gd name="connsiteX5" fmla="*/ 234950 w 524060"/>
                <a:gd name="connsiteY5" fmla="*/ 374650 h 376438"/>
                <a:gd name="connsiteX6" fmla="*/ 149225 w 524060"/>
                <a:gd name="connsiteY6" fmla="*/ 365125 h 376438"/>
                <a:gd name="connsiteX7" fmla="*/ 69850 w 524060"/>
                <a:gd name="connsiteY7" fmla="*/ 304800 h 376438"/>
                <a:gd name="connsiteX8" fmla="*/ 41275 w 524060"/>
                <a:gd name="connsiteY8" fmla="*/ 225425 h 376438"/>
                <a:gd name="connsiteX9" fmla="*/ 22225 w 524060"/>
                <a:gd name="connsiteY9" fmla="*/ 136525 h 376438"/>
                <a:gd name="connsiteX10" fmla="*/ 9525 w 524060"/>
                <a:gd name="connsiteY10" fmla="*/ 85725 h 376438"/>
                <a:gd name="connsiteX11" fmla="*/ 3175 w 524060"/>
                <a:gd name="connsiteY11" fmla="*/ 41275 h 376438"/>
                <a:gd name="connsiteX12" fmla="*/ 0 w 524060"/>
                <a:gd name="connsiteY12" fmla="*/ 9525 h 376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4060" h="376438">
                  <a:moveTo>
                    <a:pt x="520700" y="0"/>
                  </a:moveTo>
                  <a:cubicBezTo>
                    <a:pt x="523610" y="49212"/>
                    <a:pt x="526521" y="98425"/>
                    <a:pt x="520700" y="139700"/>
                  </a:cubicBezTo>
                  <a:cubicBezTo>
                    <a:pt x="514879" y="180975"/>
                    <a:pt x="503767" y="216429"/>
                    <a:pt x="485775" y="247650"/>
                  </a:cubicBezTo>
                  <a:cubicBezTo>
                    <a:pt x="467783" y="278871"/>
                    <a:pt x="438679" y="306388"/>
                    <a:pt x="412750" y="327025"/>
                  </a:cubicBezTo>
                  <a:cubicBezTo>
                    <a:pt x="386821" y="347663"/>
                    <a:pt x="359833" y="363538"/>
                    <a:pt x="330200" y="371475"/>
                  </a:cubicBezTo>
                  <a:cubicBezTo>
                    <a:pt x="300567" y="379412"/>
                    <a:pt x="265112" y="375708"/>
                    <a:pt x="234950" y="374650"/>
                  </a:cubicBezTo>
                  <a:cubicBezTo>
                    <a:pt x="204788" y="373592"/>
                    <a:pt x="176742" y="376767"/>
                    <a:pt x="149225" y="365125"/>
                  </a:cubicBezTo>
                  <a:cubicBezTo>
                    <a:pt x="121708" y="353483"/>
                    <a:pt x="87842" y="328083"/>
                    <a:pt x="69850" y="304800"/>
                  </a:cubicBezTo>
                  <a:cubicBezTo>
                    <a:pt x="51858" y="281517"/>
                    <a:pt x="49212" y="253471"/>
                    <a:pt x="41275" y="225425"/>
                  </a:cubicBezTo>
                  <a:cubicBezTo>
                    <a:pt x="33337" y="197379"/>
                    <a:pt x="27517" y="159808"/>
                    <a:pt x="22225" y="136525"/>
                  </a:cubicBezTo>
                  <a:cubicBezTo>
                    <a:pt x="16933" y="113242"/>
                    <a:pt x="12700" y="101600"/>
                    <a:pt x="9525" y="85725"/>
                  </a:cubicBezTo>
                  <a:cubicBezTo>
                    <a:pt x="6350" y="69850"/>
                    <a:pt x="4762" y="53975"/>
                    <a:pt x="3175" y="41275"/>
                  </a:cubicBezTo>
                  <a:cubicBezTo>
                    <a:pt x="1588" y="28575"/>
                    <a:pt x="794" y="19050"/>
                    <a:pt x="0" y="9525"/>
                  </a:cubicBezTo>
                </a:path>
              </a:pathLst>
            </a:custGeom>
            <a:noFill/>
            <a:ln w="9525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D910B42-A90F-389B-E06B-C978AF73CC64}"/>
                </a:ext>
              </a:extLst>
            </p:cNvPr>
            <p:cNvSpPr/>
            <p:nvPr/>
          </p:nvSpPr>
          <p:spPr>
            <a:xfrm>
              <a:off x="8200392" y="3376830"/>
              <a:ext cx="242828" cy="239034"/>
            </a:xfrm>
            <a:prstGeom prst="rect">
              <a:avLst/>
            </a:prstGeom>
            <a:solidFill>
              <a:schemeClr val="accent1">
                <a:alpha val="304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781EF0-8ABD-A100-5A90-BC7D09EB56F2}"/>
                </a:ext>
              </a:extLst>
            </p:cNvPr>
            <p:cNvSpPr/>
            <p:nvPr/>
          </p:nvSpPr>
          <p:spPr>
            <a:xfrm>
              <a:off x="8200392" y="2538946"/>
              <a:ext cx="242828" cy="239034"/>
            </a:xfrm>
            <a:prstGeom prst="rect">
              <a:avLst/>
            </a:prstGeom>
            <a:solidFill>
              <a:schemeClr val="accent1">
                <a:alpha val="7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DB3AF39-2496-D51A-04D8-05103494140D}"/>
                </a:ext>
              </a:extLst>
            </p:cNvPr>
            <p:cNvSpPr/>
            <p:nvPr/>
          </p:nvSpPr>
          <p:spPr>
            <a:xfrm>
              <a:off x="8200392" y="4155272"/>
              <a:ext cx="242828" cy="239034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2CCC953-2E53-7634-D107-38587850E8F1}"/>
                </a:ext>
              </a:extLst>
            </p:cNvPr>
            <p:cNvCxnSpPr/>
            <p:nvPr/>
          </p:nvCxnSpPr>
          <p:spPr>
            <a:xfrm flipV="1">
              <a:off x="8321905" y="2777980"/>
              <a:ext cx="0" cy="59885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3094263-BFB0-0F12-4374-C51F37AD2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1806" y="3615864"/>
              <a:ext cx="435" cy="539408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F4FE24A-7A9F-AD6A-BF61-92CE52B14C37}"/>
                </a:ext>
              </a:extLst>
            </p:cNvPr>
            <p:cNvCxnSpPr>
              <a:stCxn id="9" idx="3"/>
              <a:endCxn id="22" idx="1"/>
            </p:cNvCxnSpPr>
            <p:nvPr/>
          </p:nvCxnSpPr>
          <p:spPr>
            <a:xfrm>
              <a:off x="6788380" y="3496347"/>
              <a:ext cx="1412012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6E0471E-B671-776C-F513-580A480707FE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6096000" y="3489385"/>
              <a:ext cx="449552" cy="6962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75E0D5F-E8CD-140C-6F26-5187BCB37F1E}"/>
                </a:ext>
              </a:extLst>
            </p:cNvPr>
            <p:cNvCxnSpPr/>
            <p:nvPr/>
          </p:nvCxnSpPr>
          <p:spPr>
            <a:xfrm>
              <a:off x="8443220" y="3496347"/>
              <a:ext cx="449552" cy="6962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35ABCE1-820E-5FB0-3769-3A42378E936C}"/>
                </a:ext>
              </a:extLst>
            </p:cNvPr>
            <p:cNvSpPr/>
            <p:nvPr/>
          </p:nvSpPr>
          <p:spPr>
            <a:xfrm>
              <a:off x="6202392" y="2393830"/>
              <a:ext cx="927340" cy="2212676"/>
            </a:xfrm>
            <a:prstGeom prst="rect">
              <a:avLst/>
            </a:prstGeom>
            <a:solidFill>
              <a:schemeClr val="accent1">
                <a:alpha val="13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750452-A5C8-8B6C-A194-633C6D587C67}"/>
                </a:ext>
              </a:extLst>
            </p:cNvPr>
            <p:cNvSpPr/>
            <p:nvPr/>
          </p:nvSpPr>
          <p:spPr>
            <a:xfrm>
              <a:off x="7855994" y="2390009"/>
              <a:ext cx="927340" cy="2212676"/>
            </a:xfrm>
            <a:prstGeom prst="rect">
              <a:avLst/>
            </a:prstGeom>
            <a:solidFill>
              <a:schemeClr val="accent1">
                <a:alpha val="13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E556CF-714E-25B5-1FA8-FD993A64EEBE}"/>
                    </a:ext>
                  </a:extLst>
                </p:cNvPr>
                <p:cNvSpPr txBox="1"/>
                <p:nvPr/>
              </p:nvSpPr>
              <p:spPr>
                <a:xfrm>
                  <a:off x="6436864" y="4606506"/>
                  <a:ext cx="458395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8E556CF-714E-25B5-1FA8-FD993A64E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6864" y="4606506"/>
                  <a:ext cx="458395" cy="2308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CB3F1AB-80FA-E7B4-094C-03D30F1F072B}"/>
                    </a:ext>
                  </a:extLst>
                </p:cNvPr>
                <p:cNvSpPr txBox="1"/>
                <p:nvPr/>
              </p:nvSpPr>
              <p:spPr>
                <a:xfrm>
                  <a:off x="8198583" y="4582418"/>
                  <a:ext cx="256417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900" dirty="0"/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CB3F1AB-80FA-E7B4-094C-03D30F1F0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8583" y="4582418"/>
                  <a:ext cx="256417" cy="2308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D377B31-D0EB-B74C-9F2D-CC8125EC8D43}"/>
                </a:ext>
              </a:extLst>
            </p:cNvPr>
            <p:cNvSpPr/>
            <p:nvPr/>
          </p:nvSpPr>
          <p:spPr>
            <a:xfrm>
              <a:off x="3426303" y="2538946"/>
              <a:ext cx="242828" cy="239034"/>
            </a:xfrm>
            <a:prstGeom prst="rect">
              <a:avLst/>
            </a:prstGeom>
            <a:solidFill>
              <a:schemeClr val="accent1">
                <a:alpha val="7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A5370DA-26B1-DF82-1B43-F08A4BFF043E}"/>
                </a:ext>
              </a:extLst>
            </p:cNvPr>
            <p:cNvSpPr/>
            <p:nvPr/>
          </p:nvSpPr>
          <p:spPr>
            <a:xfrm>
              <a:off x="3426303" y="3034105"/>
              <a:ext cx="242828" cy="239034"/>
            </a:xfrm>
            <a:prstGeom prst="rect">
              <a:avLst/>
            </a:prstGeom>
            <a:solidFill>
              <a:schemeClr val="accent1">
                <a:alpha val="304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27495C1-9682-C65F-0049-17411E84E306}"/>
                </a:ext>
              </a:extLst>
            </p:cNvPr>
            <p:cNvSpPr/>
            <p:nvPr/>
          </p:nvSpPr>
          <p:spPr>
            <a:xfrm>
              <a:off x="3426303" y="3559160"/>
              <a:ext cx="242828" cy="239034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887B63B-A0E3-393E-F347-549BB32B0172}"/>
                </a:ext>
              </a:extLst>
            </p:cNvPr>
            <p:cNvGrpSpPr/>
            <p:nvPr/>
          </p:nvGrpSpPr>
          <p:grpSpPr>
            <a:xfrm>
              <a:off x="3355581" y="4043957"/>
              <a:ext cx="384271" cy="230832"/>
              <a:chOff x="5452252" y="3376830"/>
              <a:chExt cx="384271" cy="23083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1E25BFB-B563-C6D7-77FE-7E1FA0A1CA73}"/>
                      </a:ext>
                    </a:extLst>
                  </p:cNvPr>
                  <p:cNvSpPr txBox="1"/>
                  <p:nvPr/>
                </p:nvSpPr>
                <p:spPr>
                  <a:xfrm>
                    <a:off x="5452252" y="3376830"/>
                    <a:ext cx="384271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sz="900" dirty="0"/>
                  </a:p>
                </p:txBody>
              </p:sp>
            </mc:Choice>
            <mc:Fallback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1E25BFB-B563-C6D7-77FE-7E1FA0A1CA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2252" y="3376830"/>
                    <a:ext cx="384271" cy="2308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31570DE-0EEA-EE31-C033-7593C3025667}"/>
                  </a:ext>
                </a:extLst>
              </p:cNvPr>
              <p:cNvSpPr/>
              <p:nvPr/>
            </p:nvSpPr>
            <p:spPr>
              <a:xfrm>
                <a:off x="5522973" y="3376830"/>
                <a:ext cx="242828" cy="230832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98E1EF-0243-828F-625A-4227DBF580AD}"/>
                </a:ext>
              </a:extLst>
            </p:cNvPr>
            <p:cNvSpPr txBox="1"/>
            <p:nvPr/>
          </p:nvSpPr>
          <p:spPr>
            <a:xfrm>
              <a:off x="3721772" y="247379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output neuron</a:t>
              </a:r>
            </a:p>
            <a:p>
              <a:r>
                <a:rPr lang="en-US" sz="900" dirty="0"/>
                <a:t>group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0908662-01B7-53BD-B684-CFAEC4B70BE9}"/>
                </a:ext>
              </a:extLst>
            </p:cNvPr>
            <p:cNvSpPr txBox="1"/>
            <p:nvPr/>
          </p:nvSpPr>
          <p:spPr>
            <a:xfrm>
              <a:off x="3725396" y="2968956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hidden state </a:t>
              </a:r>
            </a:p>
            <a:p>
              <a:r>
                <a:rPr lang="en-US" sz="900" dirty="0"/>
                <a:t>neuron group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478D37B-A02F-9C28-441B-5D01E2B700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7716" y="4394744"/>
              <a:ext cx="0" cy="30309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9319C4B-FC54-6557-D64F-24BC99D4C6E7}"/>
                </a:ext>
              </a:extLst>
            </p:cNvPr>
            <p:cNvSpPr txBox="1"/>
            <p:nvPr/>
          </p:nvSpPr>
          <p:spPr>
            <a:xfrm>
              <a:off x="3739852" y="3557496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inputs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3BDCB67-358E-D66E-1034-3C153644164A}"/>
                </a:ext>
              </a:extLst>
            </p:cNvPr>
            <p:cNvSpPr txBox="1"/>
            <p:nvPr/>
          </p:nvSpPr>
          <p:spPr>
            <a:xfrm>
              <a:off x="3751886" y="4039856"/>
              <a:ext cx="6607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delay line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EE46FA-7F2E-814F-3594-783ACD1D9980}"/>
                </a:ext>
              </a:extLst>
            </p:cNvPr>
            <p:cNvSpPr txBox="1"/>
            <p:nvPr/>
          </p:nvSpPr>
          <p:spPr>
            <a:xfrm>
              <a:off x="3739852" y="4341651"/>
              <a:ext cx="1237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group of weights</a:t>
              </a:r>
            </a:p>
            <a:p>
              <a:r>
                <a:rPr lang="en-US" sz="900" dirty="0"/>
                <a:t>with information flow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0551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Gueorguiev, Dimitar</dc:creator>
  <cp:lastModifiedBy>Gueorguiev, Dimitar</cp:lastModifiedBy>
  <cp:revision>3</cp:revision>
  <dcterms:created xsi:type="dcterms:W3CDTF">2025-05-23T02:35:52Z</dcterms:created>
  <dcterms:modified xsi:type="dcterms:W3CDTF">2025-05-23T03:02:47Z</dcterms:modified>
</cp:coreProperties>
</file>