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400" d="100"/>
          <a:sy n="400" d="100"/>
        </p:scale>
        <p:origin x="-9736" y="-5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6:39.118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60 128 24575,'14'0'0,"2"0"0,0 0 0,-1 0 0,-2 0 0,-3 0 0,0 1 0,0 0 0,1 1 0,1 0 0,0 1 0,-2 0 0,-2-2 0,-1 0 0,-3 0 0,0 0 0,-1-1 0,1 0 0,0 0 0,1 0 0,-1 0 0,0 0 0,-1 0 0,1 0 0,-1 0 0,1 0 0,-1 0 0,0 0 0,-1 0 0,1 0 0,0 0 0,-1 0 0,1 0 0,0 0 0,-1 0 0,-6-2 0,0 1 0,-6-2 0,-2-1 0,-3 0 0,-2-2 0,1-1 0,2 1 0,2 0 0,2-1 0,1 1 0,3 1 0,0 1 0,1 0 0,0 1 0,0 0 0,0 0 0,-1 1 0,-1 0 0,1-1 0,1 2 0,1 0 0,1 1 0,-1-1 0,1 1 0,-1 0 0,1 0 0,-1 0 0,0 0 0,-2 0 0,0 0 0,-2 0 0,1-2 0,0-1 0,1 0 0,0-1 0,0 0 0,-1 0 0,1-1 0,0 1 0,1 1 0,1 0 0,1 1 0,2-1 0,0 2 0,1 5 0,0-2 0,0 5 0,1-4 0,-1 0 0,2 0 0,1 2 0,0 1 0,1 2 0,-1-1 0,0 0 0,-2-3 0,0 0 0,0 1 0,-1-1 0,1 2 0,0 1 0,-1-2 0,1-1 0,-1-1 0,1-2 0,0-5 0,0 0 0,1-5 0,0-1 0,-1-1 0,0-1 0,-1 2 0,0 3 0,0 2 0,0 0 0,2 0 0,-1-1 0,1-2 0,0 1 0,-1 1 0,0 2 0,-1 1 0,-1 2 0,-2 2 0,0 0 0,-2 0 0,1-1 0,1 1 0,1 1 0,3 2 0,1 1 0,1 0 0,2 1 0,0-3 0,0 1 0,1-3 0,0 0 0,1-1 0,1 0 0,1 2 0,1 1 0,1 1 0,-1 1 0,1 0 0,-2 0 0,-1 0 0,-3-1 0,-1-2 0,1 1 0,1 0 0,1 0 0,2 3 0,0-1 0,-1 0 0,0-1 0,-3-2 0,-2-1 0,1 0 0,0 0 0,0 0 0,0 0 0,-1-1 0,0 1 0,0 0 0,2 2 0,1 0 0,2 1 0,-1-1 0,-1-1 0,-1-1 0,-2 0 0,1-1 0,-1 0 0,1 2 0,0-1 0,0 1 0,0-1 0,-1 0 0,0-1 0,0 1 0,1 0 0,2 0 0,1 1 0,1 0 0,1 0 0,0 0 0,-1 0 0,-1 0 0,-2-1 0,-3 0 0,0-1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6:54.902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533 0 24575,'-2'15'0,"-2"2"0,-4 6 0,-3 2 0,-1 0 0,1-2 0,3-7 0,1-3 0,4-3 0,1-3 0,1 0 0,-1-2 0,1 0 0,0-1 0,-1-1 0,1 0 0,0-1 0,-2 0 0,-2 2 0,-2 1 0,0 2 0,0 1 0,1 0 0,2-3 0,1-2 0,2 0 0,-1-1 0,0-1 0,0 1 0,-1 0 0,0-1 0,1 1 0,1 0 0,-1 1 0,-2 3 0,-4 5 0,-5 5 0,-2 4 0,-2 1 0,4-4 0,3-4 0,5-5 0,3-4 0,0 0 0,-1-2 0,-1 3 0,-5 1 0,-3 4 0,-2 1 0,-1 0 0,3-1 0,4-4 0,2-3 0,3-2 0,0 0 0,-1-1 0,-2 0 0,-3 0 0,-1 0 0,-2 0 0,-1 0 0,0 2 0,1 2 0,1 2 0,1 1 0,1-1 0,2-1 0,2-2 0,2-2 0,0 0 0,1 0 0,-2 2 0,-5 0 0,-4 2 0,-3 1 0,0 1 0,3-2 0,4 0 0,4-3 0,3-2 0,1-1 0,0-8 0,1 6 0,0-5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7:15.97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725 71 24575,'0'5'0,"-1"0"0,-1-3 0,-1 1 0,-1 0 0,1 1 0,-1-1 0,2 0 0,-1 0 0,0 0 0,0 1 0,0 0 0,1 0 0,0 0 0,0-1 0,0 0 0,1 0 0,-1 0 0,0 0 0,0 0 0,1-1 0,0 0 0,-1 2 0,-1 2 0,0 1 0,-2 2 0,0 0 0,0 0 0,-1 0 0,3-2 0,0-2 0,1 0 0,1-1 0,-1 0 0,0-1 0,-1 0 0,1 0 0,0-1 0,0 1 0,2 0 0,-1 0 0,1 0 0,0-1 0,0 0 0,-2 0 0,0 1 0,-1 1 0,-1 1 0,2-1 0,0-1 0,1-1 0,0-1 0,0 2 0,-1-1 0,0 2 0,0-1 0,0 0 0,0-1 0,0 0 0,0 1 0,-1 0 0,-1 1 0,0-1 0,-2 1 0,-1 0 0,0 0 0,1 0 0,0 0 0,1-1 0,-1 1 0,2 0 0,1-1 0,0-1 0,0 1 0,1-1 0,0 0 0,0 0 0,1-1 0,0 0 0,-1 1 0,-2 3 0,-3 3 0,0 0 0,-3 3 0,-2 1 0,-2 1 0,-2 2 0,2-3 0,3-2 0,2-3 0,3-1 0,3-2 0,1-1 0,0-1 0,0 1 0,-1 0 0,-1 0 0,1 0 0,0 0 0,0-1 0,-2 1 0,-1 0 0,-1 1 0,0-1 0,2-1 0,2-1 0,0-1 0,1 0 0,-2 0 0,-2 1 0,-1 0 0,-1 0 0,0 0 0,3 0 0,1-1 0,1 0 0,0 0 0,0 0 0,-2 0 0,-2 0 0,1 0 0,0 0 0,2 0 0,0 1 0,-1 0 0,-4 2 0,-3 3 0,-2 1 0,2 0 0,3-2 0,4-2 0,2-2 0,1-1 0,-1 0 0,-1 0 0,-3 0 0,-1 0 0,0 0 0,3 1 0,1-1 0,2 2 0,1 0 0,0-1 0,0 0 0,-3 0 0,-1 0 0,-1 0 0,0 0 0,1 1 0,3 0 0,-1 0 0,1 0 0,-1 0 0,0 0 0,-1 0 0,2 0 0,0-2 0,0 1 0,1 0 0,-2-1 0,1 0 0,-2 0 0,0 0 0,-1 0 0,1 0 0,1-1 0,1 1 0,-1-1 0,0 1 0,-1-1 0,1 1 0,0 0 0,-1 0 0,1 0 0,-1 0 0,0 0 0,-1 0 0,1 0 0,2 0 0,-1 0 0,1 0 0,0 0 0,-1 0 0,-1-1 0,0 0 0,1-1 0,1 1 0,1 0 0,0 0 0,0 0 0,1-1 0,3 1 0,0 1 0,2 0 0,1 0 0,1-1 0,1 0 0,1 0 0,-2-1 0,0 0 0,-2 1 0,-1-1 0,-1 1 0,1 1 0,0-1 0,0 1 0,1-1 0,-1 0 0,1 1 0,-1-1 0,1 0 0,1 0 0,2 1 0,-1-1 0,-2 0 0,-1 1 0,-1-1 0,1 0 0,2-2 0,4 0 0,0 0 0,-2-1 0,-1 2 0,-3-1 0,0 2 0,-1-1 0,3-1 0,1 0 0,2-1 0,-2 1 0,-1-1 0,-1 1 0,-1 0 0,0 1 0,2-2 0,0 0 0,2 0 0,-1-1 0,0 0 0,1 1 0,-2 0 0,2 1 0,0-1 0,0 0 0,0 0 0,-3 2 0,0-1 0,-2 2 0,-1-1 0,2 1 0,0-1 0,1-1 0,0 0 0,1 0 0,-1-1 0,0 2 0,-2 1 0,0 1 0,0 0 0,-1 0 0,0-1 0,1 1 0,0-1 0,1 0 0,-1-1 0,1 1 0,-1-1 0,-1 0 0,1-1 0,1-1 0,0 0 0,2-2 0,-1 1 0,1 0 0,-2 0 0,0 2 0,-2 1 0,1-1 0,0 0 0,0-1 0,2 0 0,-1 0 0,0 1 0,0-1 0,1 0 0,1-1 0,0 1 0,0-1 0,-1 1 0,-1 2 0,-1 0 0,-2 1 0,1 0 0,0-1 0,1-1 0,0-2 0,1 1 0,-2 1 0,0 1 0,0 0 0,-1 1 0,2-2 0,1 0 0,-1 0 0,0-1 0,0 1 0,1 0 0,-1-1 0,-1 1 0,0 1 0,0 1 0,1-2 0,-1 0 0,1-1 0,-1 1 0,0 1 0,0 0 0,0 0 0,0-1 0,-1 0 0,1 1 0,-1 0 0,0 1 0,0 0 0,0-2 0,2 0 0,-1-1 0,1 1 0,-1 1 0,-1 0 0,1-1 0,-1 1 0,1-2 0,1 1 0,-1 0 0,-1 1 0,0 0 0,1 1 0,-1-1 0,0-1 0,1 0 0,0 0 0,-1 1 0,0 1 0,1-2 0,3-7 0,4-4 0,1-2 0,0 1 0,-3 5 0,-2 4 0,-1 0 0,-1 4 0,-2 0 0,0 1 0,1-2 0,1-3 0,1 0 0,1-2 0,-2 2 0,0 2 0,-2 2 0,1-1 0,0 0 0,0 0 0,0-2 0,0 2 0,0 1 0,0 0 0,0 0 0,1-2 0,0-1 0,1-1 0,-1 2 0,-1 1 0,-1 0 0,2 1 0,0-1 0,0-1 0,1 0 0,-2 2 0,-2 1 0,0 5 0,0-1 0,1 3 0,1-2 0,0 1 0,1-1 0,-1 0 0,-1 0 0,1-1 0,0 2 0,1 1 0,1 2 0,-1-1 0,0 0 0,-2-2 0,0 2 0,2 1 0,0 1 0,1-1 0,0-1 0,0-2 0,0 0 0,-2-1 0,0-2 0,-1 0 0,0 0 0,3 1 0,0 2 0,1 0 0,1 1 0,-1-1 0,-1 1 0,1 0 0,0 0 0,-1-1 0,0-1 0,-1-3 0,-2-3 0,-1-5 0,-1-1 0,-2-2 0,-1 0 0,1 2 0,0 0 0,1 4 0,0 2 0,0-1 0,0 1 0,-1-2 0,1 1 0,1 1 0,0 0 0,0-1 0,0 1 0,0-2 0,-1 0 0,0 0 0,1 0 0,-1 1 0,0 0 0,0 1 0,0 0 0,-1 0 0,0-1 0,1 1 0,-1-2 0,1 0 0,-1 0 0,1-1 0,-1 1 0,1 2 0,0 2 0,4 3 0,-1 1 0,4 1 0,0 0 0,2 0 0,-1 1 0,0 0 0,0 0 0,1 2 0,-1 0 0,0-2 0,-2 0 0,-1-2 0,0 0 0,0 2 0,0-1 0,1 0 0,-1 0 0,-1-2 0,0 1 0,0-2 0,0 0 0,2 3 0,2 2 0,1 2 0,2 2 0,-1-1 0,-2-2 0,-1-1 0,0-1 0,-2-1 0,0-1 0,-2-2 0,1 0 0,-1-2 0,1 2 0,1 0 0,0 1 0,1 0 0,-2 0 0,1-1 0,-2 0 0,1-1 0,0 1 0,1 0 0,0 1 0,1 1 0,-1-1 0,-1 0 0,0-2 0,-1 1 0,1-2 0,1 1 0,0 0 0,2 0 0,-1 0 0,1 0 0,-1 0 0,-1-1 0,-2 1 0,-5-1 0,1 0 0,-4-1 0,3-1 0,-2 0 0,-1-1 0,1 0 0,1 0 0,0 1 0,2 0 0,1 1 0,-1-2 0,1 1 0,0-1 0,-2 0 0,0 0 0,0-2 0,0 1 0,2 1 0,-1 0 0,1-1 0,-2 0 0,1-1 0,-1 0 0,2 1 0,0 0 0,0 0 0,0 0 0,1-2 0,-1 1 0,1 1 0,0 1 0,1 1 0,1 1 0,1 0 0,0 1 0,0 1 0,1 1 0,2 2 0,1 0 0,-1 1 0,0-1 0,-1-1 0,-1-1 0,-1 1 0,-1-1 0,0 1 0,0-1 0,2 2 0,0-1 0,0 1 0,-1-2 0,0 1 0,0 0 0,0-1 0,0 1 0,1 0 0,-1 0 0,1 0 0,-1-1 0,0-1 0,0 2 0,2 1 0,0 1 0,1 1 0,-1-1 0,0-2 0,-2-1 0,0 0 0,0-1 0,1 2 0,0 0 0,1 1 0,0 0 0,1 1 0,0-1 0,-1 1 0,0-2 0,-1-1 0,-1 0 0,0 0 0,1 1 0,0-1 0,0 1 0,1 1 0,-1 0 0,2 0 0,-2-1 0,-1-2 0,-1-1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7:43.44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724 198 24575,'3'5'0,"0"-1"0,-2-3 0,2 0 0,1-1 0,0 0 0,1 0 0,0 0 0,0 1 0,1 0 0,-1 1 0,0-1 0,-1 1 0,1 0 0,-1-1 0,0 0 0,-1 0 0,-2 0 0,0 1 0,-1 1 0,0 0 0,0 2 0,0 0 0,0 0 0,0 1 0,0-1 0,0-1 0,0 0 0,0 0 0,0 0 0,0-1 0,0 0 0,0-1 0,-2 1 0,1 1 0,0-2 0,0 0 0,1 0 0,-1 1 0,0 0 0,1 1 0,0-1 0,0 2 0,0 0 0,0 2 0,1-1 0,0-1 0,1-1 0,-1-1 0,0-1 0,0 1 0,-1 0 0,-1 0 0,0-1 0,-3-1 0,0-1 0,1 0 0,0 0 0,0 0 0,-2 0 0,-2 0 0,0 0 0,1 0 0,1 0 0,3 0 0,-1 0 0,0 0 0,-2 0 0,-2 0 0,-4 0 0,-1 0 0,2 0 0,3 0 0,2 1 0,0 0 0,0-1 0,0 0 0,0 0 0,1 0 0,0 0 0,0 0 0,-1 0 0,0 0 0,0 0 0,1 0 0,2 0 0,0 0 0,-1 0 0,0 0 0,-1 0 0,0 0 0,-1 0 0,2-1 0,1-1 0,0 0 0,-4 1 0,-3 1 0,-2 0 0,-4 0 0,-2 1 0,0 1 0,-3 0 0,5 1 0,2-2 0,1 1 0,2 0 0,3-1 0,1 1 0,2-1 0,-1 0 0,0-1 0,0 0 0,0 0 0,2 0 0,0 0 0,0 0 0,-1 0 0,-4 0 0,-2 0 0,-3 0 0,0 0 0,1 0 0,2 0 0,2 0 0,0 0 0,0 0 0,1 0 0,2 0 0,2 0 0,-1-1 0,-1 1 0,-5-1 0,-2 0 0,-4 0 0,-2-2 0,2 1 0,0 1 0,5 0 0,4 0 0,3 1 0,1-1 0,0 1 0,0 0 0,-1 0 0,-1 0 0,-1 0 0,1 0 0,0 1 0,2-1 0,-1 1 0,0 0 0,-2 0 0,-2 1 0,0-1 0,1 1 0,2-1 0,1 0 0,1 0 0,-2-1 0,-1 0 0,-2 0 0,0 1 0,1 0 0,2-1 0,1 1 0,2-1 0,-1 1 0,0-1 0,-2 0 0,-3 0 0,0 0 0,0 0 0,1 0 0,2 0 0,3 0 0,6-4 0,0 1 0,4-3 0,-3 2 0,1 1 0,1-1 0,2 0 0,5-2 0,4-1 0,2 0 0,-1 0 0,-3 2 0,-5 2 0,-4 2 0,-3 0 0,-1 0 0,1 0 0,2-2 0,0 0 0,0 1 0,-1 0 0,0 0 0,0 0 0,1-2 0,1 0 0,2-1 0,0 0 0,-1 0 0,0 0 0,-1 1 0,0 0 0,0 1 0,-2 0 0,-1 0 0,1 0 0,0 0 0,1-3 0,1 0 0,-1-1 0,0 0 0,0 0 0,0 0 0,1-2 0,1-1 0,0-1 0,0 2 0,-3 2 0,-2 3 0,-1 1 0,0 1 0,-2 0 0,1 1 0,0-1 0,-1-2 0,1-1 0,1-2 0,1-3 0,0 1 0,0 1 0,-1 2 0,0 1 0,0 2 0,-1 0 0,-1 0 0,0-1 0,1 0 0,0-1 0,0 1 0,1 0 0,0 0 0,-2 2 0,1 1 0,0-3 0,1 0 0,-1-3 0,1 1 0,-1 2 0,-1 1 0,-3 10 0,-1-1 0,-4 9 0,0-1 0,-1 2 0,0 0 0,2-5 0,2-3 0,1-1 0,-1 0 0,0 1 0,-1 1 0,0 0 0,0 1 0,0 1 0,-1-1 0,1 2 0,0-3 0,2-1 0,0-2 0,3-1 0,-1-2 0,1 0 0,-1-1 0,-2 4 0,0 0 0,-1 2 0,0-1 0,1-1 0,1-2 0,1 0 0,0 1 0,-1-1 0,2-1 0,0-2 0,4-4 0,6-2 0,3-1 0,1 1 0,-3 2 0,-4 2 0,-2 1 0,0 0 0,-1 1 0,-1 0 0,-1 2 0,0-1 0,-1 0 0,0 1 0,0 0 0,-1 0 0,-2 1 0,-3 0 0,-5-1 0,-2 1 0,-1-1 0,3 1 0,2-1 0,4 0 0,1 0 0,1-1 0,2-1 0,0 0 0,0 1 0,0-1 0,-1 2 0,0-1 0,-1 0 0,1 0 0,1 0 0,6-3 0,0-1 0,7 0 0,-3 0 0,-2 0 0,3-1 0,0 0 0,4 0 0,6-1 0,0 2 0,-1 0 0,-6 0 0,-5 2 0,-4-1 0,0 1 0,-1 0 0,1 0 0,1 0 0,1 0 0,2 0 0,2 0 0,2 0 0,3 0 0,2 1 0,-1 0 0,-1 2 0,-4-1 0,-4-2 0,-3 1 0,0 0 0,2-1 0,2 1 0,2 1 0,3 0 0,-2 0 0,-2-1 0,-1 0 0,-3 0 0,1 0 0,0 0 0,1 1 0,0 0 0,1 0 0,-1 1 0,-1-2 0,-1 0 0,-2-1 0,-1 1 0,1-1 0,-1 1 0,2-1 0,1 0 0,-1 0 0,1 0 0,-1 0 0,0 0 0,0 0 0,0 0 0,1 0 0,0 0 0,-1 0 0,1 0 0,0 0 0,-1 0 0,-1 0 0,1 0 0,0 0 0,-1 0 0,0 0 0,0 0 0,0 0 0,-1-1 0,1 0 0,-1 0 0,1 1 0,0-1 0,0 1 0,-1-2 0,-1 0 0,-2-4 0,0 1 0,0-1 0,-2 0 0,1 2 0,-1-2 0,0 2 0,1-1 0,-1 1 0,2 1 0,-1 1 0,2 0 0,-1 0 0,0-1 0,0 1 0,-1-1 0,1 1 0,0 0 0,-1 0 0,1 0 0,-1-2 0,0 1 0,-1-2 0,0 0 0,2 2 0,2 0 0,1 4 0,1 1 0,1 1 0,0 0 0,0 0 0,0 0 0,-4-3 0,-5-3 0,-1 0 0,-3-2 0,0 1 0,0-1 0,0 0 0,3 3 0,2 0 0,1 1 0,1 1 0,-1-1 0,0 0 0,-2-1 0,1 0 0,-1-1 0,1 0 0,-2 0 0,1 0 0,1 0 0,0 1 0,1 0 0,0-1 0,-2-1 0,-2-2 0,-4-4 0,0 0 0,0 0 0,0 0 0,2 3 0,1 1 0,2 2 0,2 0 0,1 2 0,1 0 0,0 1 0,0-1 0,-1 0 0,-2-2 0,-1-1 0,-2-1 0,0 0 0,-1-1 0,1 1 0,1 1 0,2 2 0,1 1 0,1 1 0,1-1 0,-2 1 0,1-1 0,0 1 0,-1 0 0,1-1 0,-1 0 0,1 1 0,0 0 0,1 2 0,-1 3 0,0 5 0,0 4 0,-1 3 0,-1 1 0,2 0 0,-2 0 0,1 1 0,-1-1 0,0-3 0,0-3 0,2-3 0,0-2 0,1-1 0,-1 1 0,0 1 0,-1 2 0,-1 0 0,-1 1 0,1 0 0,0-2 0,1-1 0,2-2 0,-1-1 0,0-1 0,0 1 0,0 0 0,2-3 0,0-3 0,4-10 0,11-15 0,7-9 0,6-3 0,-3 5 0,-9 14 0,-5 8 0,-5 6 0,-2 3 0,-1 2 0,-1 2 0,-1 3 0,0 2 0,0 3 0,0 4 0,-2 4 0,-1 4 0,-2 0 0,0 1 0,-2-3 0,1-1 0,1-4 0,1-3 0,1-2 0,1-3 0,1-1 0,1-1 0,-1-2 0,1-1 0,-1-4 0,5-9 0,2-2 0,5-7 0,5-1 0,-2 3 0,1 2 0,-7 9 0,-3 4 0,-2 3 0,-1 0 0,0-2 0,2 1 0,2-3 0,1-1 0,0-1 0,-1 2 0,-2 1 0,0 1 0,-1 0 0,0-1 0,1 0 0,-1 0 0,-1 1 0,0 2 0,-2 4 0,-1 0 0,-1 2 0,0-4 0,-1-1 0,-1-1 0,0-1 0,1-2 0,1 1 0,0 1 0,1 0 0,-1 0 0,0 1 0,0 1 0,0 0 0,0 0 0,-1 0 0,-1 0 0,1 0 0,-1 0 0,4 2 0,4 3 0,0 1 0,3 2 0,0-1 0,-2 0 0,0-1 0,-2-2 0,0 0 0,1 1 0,2 2 0,1 1 0,2 1 0,-1-1 0,-2-2 0,-2-2 0,-1-1 0,0 0 0,1 1 0,2 1 0,0 1 0,1 0 0,-1-1 0,-2 0 0,-1-3 0,-1 1 0,1-1 0,0 1 0,1 0 0,0 0 0,1 0 0,0 1 0,2 1 0,0 1 0,0-1 0,1 1 0,-2-1 0,-1-1 0,-1 0 0,-1-2 0,-1-2 0,0-1 0,1-1 0,-2-1 0,0 0 0,-1 0 0,-1-1 0,-3-1 0,0 0 0,-2 0 0,2 2 0,-1 1 0,-1 0 0,-1-1 0,-1-1 0,0 0 0,2 1 0,1 0 0,3 1 0,0 0 0,1 1 0,0-1 0,0 1 0,-2-2 0,-1 0 0,-3-2 0,-1-1 0,0 2 0,0 1 0,1 2 0,1 0 0,0 1 0,-2 0 0,-2 0 0,-1 0 0,-2 0 0,2 0 0,1 0 0,3 0 0,3 0 0,0 0 0,-1 0 0,0 0 0,-1 0 0,2 0 0,1 1 0,2 0 0,0 0 0,2 1 0,0-1 0,1 0 0,2 0 0,3 1 0,5 2 0,3 1 0,3 0 0,-2 1 0,-6-2 0,-3-2 0,-3 0 0,-1-2 0,1 0 0,0 0 0,0 0 0,1 0 0,0 0 0,1-1 0,1-1 0,2-2 0,-1-2 0,-1 0 0,-1 2 0,-1 2 0,-2 1 0,0 0 0,0 1 0,2 0 0,-1-1 0,-1 0 0,1-1 0,-1 1 0,1 1 0,1 0 0,-2 0 0,0 0 0,0 0 0,1 0 0,1 0 0,0 0 0,0 0 0,0 0 0,-1 0 0,-1 0 0,0 0 0,-1 0 0,1 0 0,0 0 0,-1 0 0,1 0 0,0 0 0,0 0 0,0 0 0,0 0 0,-2 0 0,-7 0 0,-1 0 0,-11 0 0,5 0 0,-1 0 0,5 0 0,4-1 0,2 0 0,0-1 0,0-2 0,0 1 0,0-1 0,1 1 0,0-1 0,-1 0 0,1 0 0,0 0 0,0-1 0,0 0 0,0 0 0,1 2 0,0 0 0,0 0 0,0-1 0,0-1 0,0 0 0,0 0 0,1 1 0,0 1 0,-1 0 0,1 1 0,-1-1 0,0 1 0,1 1 0,-1-1 0,0 1 0,0-2 0,-1 1 0,-1 0 0,-2-2 0,0 1 0,-1-2 0,-1 1 0,0-1 0,0 1 0,-2 0 0,0-2 0,-1 1 0,-1 0 0,1-2 0,-1 1 0,2-1 0,0 1 0,1 0 0,1 1 0,2 1 0,0 2 0,2 0 0,1 0 0,0 1 0,1-1 0,0-1 0,-1-2 0,-1-3 0,0-2 0,-1 1 0,0 2 0,1 2 0,1 2 0,0 2 0,0 0 0,0 1 0,0 0 0,-1 0 0,-1 0 0,-1 0 0,0 0 0,1 0 0,1 0 0,1 0 0,-1 0 0,2 0 0,-1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17:58:14.436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330 10 24575,'-1'18'0,"0"2"0,0-1 0,0-4 0,0-3 0,0-4 0,1-1 0,0 0 0,0-4 0,0 0 0,-1-1 0,1-1 0,-1 2 0,1 0 0,-1 1 0,0 0 0,1 1 0,0 1 0,0 3 0,0 0 0,0 0 0,0-2 0,0-2 0,0-1 0,0-1 0,0-1 0,0 1 0,0-1 0,0 1 0,0 1 0,0 0 0,0 2 0,0 1 0,0 0 0,0-3 0,0 1 0,0 1 0,0 1 0,0 0 0,0 0 0,0 0 0,0-1 0,0 3 0,0-1 0,0 1 0,0-1 0,0-2 0,0-1 0,0-2 0,0 0 0,0 0 0,0 0 0,0 2 0,0-1 0,0 0 0,0-1 0,0 0 0,0 0 0,0 0 0,0-1 0,0 0 0,0 0 0,-1 1 0,1 1 0,-1 0 0,0 0 0,1 0 0,0-2 0,0 1 0,0 0 0,-1-1 0,0 1 0,1 0 0,0 1 0,0-1 0,0 1 0,0 0 0,0-1 0,0 1 0,0-1 0,0 0 0,0-1 0,0 1 0,0 0 0,0 0 0,0 1 0,0-2 0,0 1 0,0 0 0,0 0 0,0-1 0,-1 1 0,0 2 0,0 2 0,-1 1 0,2 1 0,0-2 0,0-2 0,0-1 0,0-1 0,0 0 0,0 0 0,0 0 0,0-1 0,0 2 0,0-1 0,0 1 0,0 3 0,0-1 0,1 1 0,-1-1 0,1-1 0,0 0 0,-1-1 0,0 0 0,0 0 0,0 1 0,0-2 0,1 2 0,1-1 0,-1 1 0,1-1 0,-1-1 0,0-1 0,-2-1 0,-1-2 0,-1 0 0,-3-3 0,-1-1 0,-2-1 0,-1-2 0,2 2 0,2 1 0,2 2 0,1 1 0,2 1 0,0-1 0,0 0 0,1 1 0,0 0 0,-1 0 0,-1-1 0,-3-1 0,-1-1 0,-2-1 0,-1-1 0,2 1 0,0 1 0,3 1 0,2 1 0,0 1 0,0-1 0,0-1 0,-3-1 0,1 0 0,-2 0 0,0 0 0,1 0 0,0 0 0,2 1 0,2 1 0,1 0 0,-2-1 0,-1-2 0,0 1 0,0-1 0,1 0 0,1 2 0,-1-1 0,2 1 0,-1 2 0,-1-1 0,-1 1 0,-1-1 0,0-1 0,0 0 0,1-1 0,1 1 0,0-1 0,1-1 0,0 1 0,-1-2 0,-1 1 0,1 1 0,0-1 0,-1 1 0,1 2 0,0 0 0,0 1 0,1 0 0,-1 0 0,-1 1 0,0-2 0,0 1 0,0-1 0,0 1 0,0-1 0,0 0 0,-1 0 0,-1 0 0,0-1 0,1 1 0,1 0 0,1 0 0,1 0 0,1 0 0,-1 1 0,-1-1 0,1 0 0,-1-2 0,1 0 0,-1 0 0,0 1 0,0 1 0,1 1 0,0-1 0,1 0 0,0 0 0,-1 0 0,0 0 0,0 1 0,0-1 0,-1 1 0,1-1 0,-1-1 0,1 1 0,-1 0 0,1 0 0,-1 0 0,1 1 0,0-1 0,-1-1 0,1 0 0,-1 1 0,1-1 0,0 1 0,1 0 0,0 0 0,-1 0 0,0 1 0,0-1 0,0 1 0,0-1 0,1 0 0,-1 1 0,-1-2 0,2 1 0,-1-1 0,1 1 0,-1-1 0,0 1 0,-2 0 0,1 1 0,0 0 0,1-1 0,1 0 0,1-1 0,0 0 0,1-3 0,3-1 0,0-2 0,1-1 0,-1 3 0,-1 2 0,-2 2 0,0 1 0,-2 1 0,1 0 0,0-1 0,1 0 0,1-2 0,1 0 0,-1 0 0,-1 2 0,0 0 0,-1 1 0,0-1 0,2 0 0,0-2 0,1 0 0,0 0 0,-1 0 0,-1 2 0,1-1 0,1-1 0,2-2 0,2-2 0,-2 2 0,-1 1 0,-1 1 0,-2 3 0,2-1 0,-1-1 0,1 0 0,2-2 0,-1 1 0,0 0 0,-2 1 0,-1 1 0,0 0 0,0 0 0,2-1 0,1-1 0,0-1 0,0 1 0,-2 1 0,0 2 0,-1 1 0,0-2 0,1 1 0,1-1 0,0 0 0,0 1 0,0-1 0,0 0 0,-1 0 0,0 1 0,-1 0 0,0-1 0,1 1 0,-1 0 0,1-1 0,0 1 0,-1 1 0,1-1 0,1 0 0,-1 0 0,1-1 0,-1 0 0,0 1 0,-1 0 0,0 0 0,0-1 0,2 1 0,0-2 0,0 1 0,-1 1 0,-1 1 0,1-1 0,-1 1 0,-1-1 0,1 0 0,0-1 0,0 1 0,0-1 0,1-1 0,-1 1 0,1 0 0,0 0 0,-1 1 0,0-1 0,-1 1 0,1 0 0,0 0 0,0-1 0,0 2 0,0-1 0,-1-1 0,1 2 0,0-1 0,1 0 0,-1 0 0,1-1 0,-1 1 0,1 0 0,0 0 0,0 0 0,0 0 0,-1-1 0,-4 6 0,1 0 0,-4 4 0,0 1 0,2-2 0,-1 1 0,1-3 0,1-2 0,1-1 0,0 0 0,0 1 0,0 2 0,-1 2 0,-1 1 0,0-1 0,1-1 0,0-2 0,2-2 0,-1 0 0,0 0 0,1-1 0,-1 1 0,1 0 0,0 3 0,0 2 0,0 3 0,0 4 0,0-1 0,0 0 0,0-2 0,0-4 0,0-1 0,0-2 0,0 0 0,0 0 0,0 2 0,0 2 0,0 2 0,0-1 0,0 0 0,0 0 0,0 0 0,0 1 0,0 0 0,0-1 0,0-1 0,0 0 0,0-1 0,0 1 0,0-1 0,0 1 0,0-2 0,0 0 0,0-1 0,0-2 0,0-1 0,0 2 0,0 0 0,0 0 0,0 0 0,0 0 0,0-1 0,0-1 0,0 1 0,0 2 0,0 2 0,1 1 0,-1 0 0,1-2 0,0 0 0,-1-3 0,0 1 0,0-1 0,0 1 0,0 1 0,0-1 0,0 0 0,0 1 0,0 0 0,0 2 0,0 0 0,0 0 0,0 0 0,0-3 0,0 0 0,0-1 0,0 0 0,0 0 0,0 0 0,0 0 0,0-1 0,0 1 0,0-1 0,0 1 0,0-2 0,-3-5 0,1 0 0,-4-6 0,0 1 0,-1-1 0,-2-2 0,1 1 0,0 0 0,0 1 0,1 0 0,1 2 0,2 2 0,0 3 0,2 1 0,0-1 0,0 1 0,0-2 0,-1 1 0,1 0 0,0 0 0,-1 0 0,0 0 0,0 0 0,0 1 0,-1 0 0,-1-1 0,0-1 0,1 0 0,1 1 0,0 0 0,1 2 0,1-1 0,-2 0 0,1-1 0,-2-1 0,0-1 0,0 0 0,-1 1 0,1 0 0,0 0 0,0 0 0,-1 1 0,0-1 0,1 1 0,1 1 0,0 0 0,2 0 0,-2 0 0,1-1 0,-1-1 0,0 0 0,1 0 0,0 2 0,1 0 0,1 0 0,0 0 0,-1 0 0,0 1 0,-1 0 0,0 0 0,-1-1 0,0 1 0,2 0 0,-1 1 0,0-1 0,0 0 0,-1-1 0,0 1 0,1-2 0,0 1 0,0 1 0,0 1 0,1 3 0,0 2 0,1 3 0,2 3 0,1 1 0,1 0 0,2-2 0,-1-2 0,-1-2 0,1 0 0,-2-2 0,0 0 0,-1-2 0,0 0 0,0 0 0,0 0 0,0 0 0,0 0 0,0 0 0,0 0 0,0-1 0,0 0 0,0 1 0,0 0 0,0 0 0,0 0 0,1 0 0,1 1 0,0 1 0,1 0 0,-1 1 0,1-1 0,-1 0 0,0-1 0,-1 0 0,0-1 0,0 2 0,2 0 0,1 1 0,0 1 0,0-1 0,-1 0 0,-2-2 0,-1-2 0,0 1 0,1 0 0,1 2 0,2 0 0,1 2 0,0-1 0,-1 1 0,-2-3 0,-1 0 0,0-1 0,0 0 0,-1 0 0,0-1 0,-1-3 0,0-3 0,-1-1 0,0-2 0,0-3 0,0-4 0,0-3 0,0 1 0,0 3 0,0 2 0,0 4 0,0 0 0,0 0 0,0 0 0,0 0 0,0 0 0,0 3 0,-1 0 0,1-1 0,-1-1 0,1-2 0,0 0 0,0 1 0,0 2 0,0-1 0,0-1 0,0-2 0,0-2 0,0 1 0,1 1 0,-1 4 0,1 2 0,-1 1 0,0-1 0,0-3 0,0-2 0,0-1 0,0 0 0,0 1 0,0 3 0,0 1 0,0 2 0,0 1 0,0 0 0,0-2 0,1-1 0,0-1 0,0 1 0,0 1 0,-1 4 0,-2 3 0,0 1 0,-1 5 0,0-3 0,1 2 0,-1-1 0,0 0 0,-1 2 0,-1 2 0,-1 1 0,0 1 0,1-1 0,0-2 0,2-2 0,0-2 0,-1 1 0,0 2 0,-1 0 0,0 2 0,1 0 0,1-2 0,1-3 0,0-2 0,1-1 0,1 0 0,-1 0 0,0 2 0,0-2 0,0 0 0,1-1 0,-1 0 0,0 1 0,1 0 0,-1 1 0,0-1 0,1-1 0,0-2 0,3-1 0,0 0 0,2 0 0,-1 1 0,0 0 0,1 2 0,1 0 0,4 1 0,-1 0 0,-1 1 0,-1-1 0,-3 0 0,0-1 0,1 1 0,1 0 0,-1 0 0,0-1 0,-1-1 0,-1 0 0,0 0 0,0-1 0,-1 1 0,-1 0 0,-2-7 0,-3-1 0,-3-5 0,-1 0 0,-1 2 0,1 0 0,0 1 0,1 0 0,0 0 0,0 1 0,1 0 0,0 0 0,1 0 0,-1 1 0,1 0 0,0 1 0,1 1 0,0 1 0,1 1 0,0-1 0,1 1 0,0 0 0,0 1 0,1 0 0,-1 0 0,-1 0 0,0 0 0,-1 1 0,0 1 0,0 0 0,1 0 0,0 0 0,0 1 0,-1 1 0,-1 1 0,-1 0 0,2 0 0,1-2 0,3 1 0,5-1 0,-1 1 0,5 2 0,-4 0 0,1 1 0,1 1 0,-1 1 0,-1-1 0,1 0 0,-2-1 0,0-2 0,-1-1 0,-1-1 0,0 0 0,0 1 0,0-1 0,0 0 0,0-1 0,1 0 0,0-2 0,0-2 0,0-3 0,0-2 0,-2-3 0,1-1 0,0-2 0,-1 2 0,1 2 0,0 1 0,0 3 0,-1 1 0,0 1 0,0 1 0,1 1 0,-1 0 0,1 0 0,0-2 0,1 1 0,-1 0 0,0 1 0,-1 1 0,-1 1 0,1-1 0,-1-1 0,0 0 0,-1 1 0,-1 1 0,0 1 0,0 1 0,-1 1 0,0 1 0,-1 1 0,0 0 0,0 0 0,0 0 0,1-1 0,0 1 0,1-1 0,-2 0 0,0 1 0,-2 1 0,0 0 0,0-1 0,2 0 0,2-1 0,0-1 0,1 0 0,0 0 0,-1 2 0,-1-1 0,1-1 0,0 1 0,1-1 0,0-1 0,2-5 0,1 0 0,-1-1 0,0 2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6EEE7-4F58-3729-3CE0-DD6DD96EA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790810-F7A6-A5D5-DBC8-2CC3B464C9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50673-BCD6-5E38-BDA0-F238CBF1C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8AACE-00C3-AEEF-C385-4E06F2E0D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FE356-EC7C-F36F-CDCC-078F547E9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61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37F82-A55D-ACFC-4A81-30700BDB8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E2BDA-B839-B9C9-E05F-BFE8F2B5B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A51B0F-F10A-DD2F-B8D3-FFEE0A066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A3DDE5-5690-152C-D410-E25D4B356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6764E-A19B-1539-D841-66FE3FF5A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602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D27A1-B46A-DE70-CC96-E01C7F0A6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A2FE0-CD26-7691-BAEB-08EAEA1B8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967B7-5E9B-BB38-4E21-0B2CC56D6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C01B-CE83-1BDA-0C7F-957A96E68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5258E-D69D-432B-C6AA-818803710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30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80571-50E8-7DB1-AD4A-EA3F57AFD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7C82E-83D9-A222-DD2D-D3DA3A58A5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6AC659-5341-C0EF-AFFF-D03020919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3887F-E907-B285-0314-F43167D46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0837E2-B397-F704-EFD7-DACF277D5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3BA4EF-4FDB-BB09-992B-7DA84F43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886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96B18-2B83-62F7-EC80-ED1544CEB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8C9F7-DECF-86DD-ADE8-B9BAA22B0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83D396-9DBA-F535-CD95-27A6C91C4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5824A3-D551-0F04-7817-DB48EB514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84E02F-5C9D-01E5-571E-CB59BFB616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61C4A0-CA93-B8D7-34BE-A36FD6FE4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A07539-C80C-5C77-997E-E8B565BB6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DC7894-B994-B07C-CB7E-C180FA5E3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491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19243-3E3E-695D-A978-E9C4678E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CA8C6C-461D-9C4F-0363-2AC1809D2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61017-3F03-0B04-5821-9A449FCD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0E1BB5-080A-FC98-8B8C-8B608407A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05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ED562B-6B8A-675F-8F01-4A46FE90C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41AC75-57EC-45FE-8C08-4C301CAD5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737F-F1C9-9665-9B11-69CB2C062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8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EFFEC-0343-2C80-27AD-22C3407B8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D1E6B-1635-0268-7C5C-D5AA920A6A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56E326-F3C6-69CC-87D4-4D6E7D393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F04AB1-6260-95DB-63E2-8E8F45E29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3291B-0A14-05E3-782E-031A44E7A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F1E0A-E147-23DA-F320-15C2D688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9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A61F7-A794-1B46-4E9D-ABDC14657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BD7EAE-4FC9-F8A9-1C77-CED565D1B3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9EC75B-5705-E713-02E7-D08DFA9886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D7D15F-8E37-A41D-9FB9-4A114DDC1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E452B-6413-7963-68E6-757930725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08A92-E566-F724-011B-5C1A9A0DD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53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D6C33-C974-BE57-47EF-CF47E2115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69267-D99E-B79E-C4CB-36672EF7F1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2B991-4E2B-7487-5EA9-0875E84F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E374F8-697F-1751-BB62-3C1610769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B02D0-6A5D-9234-B89F-84A334E5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803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E67732-B677-6E34-737B-373167B02D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ADE11D-FF50-C04C-6795-6E63B752C2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D5E60-342B-C899-EC85-7DBC0373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34AA9-DEC8-B664-C7D4-89C64D64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8C65-138E-9BF5-0683-16C977A53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876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D5054C-1AF6-9F77-2CA1-8921A18E5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13AE3E-AE59-7E31-747C-96B91AF6F6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488EE-518A-38DF-599A-34196D282D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75F1E8-7600-1B44-AEE2-8E0C7D37728C}" type="datetimeFigureOut">
              <a:rPr lang="en-US" smtClean="0"/>
              <a:t>8/16/25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34A4C-DA57-3C0C-598A-0960569EA6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CD21B-D691-E9CD-A16B-F04CAA2261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861248-3A1E-E247-A8DB-8BE4018E2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192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1D0FEC11-52C1-D224-36D0-1E49BFAFC94A}"/>
              </a:ext>
            </a:extLst>
          </p:cNvPr>
          <p:cNvGrpSpPr/>
          <p:nvPr/>
        </p:nvGrpSpPr>
        <p:grpSpPr>
          <a:xfrm>
            <a:off x="3355581" y="2390009"/>
            <a:ext cx="5537191" cy="2447329"/>
            <a:chOff x="3355581" y="2390009"/>
            <a:chExt cx="5537191" cy="24473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03B2B94-0D30-EF6C-D455-01FFF2CBD156}"/>
                </a:ext>
              </a:extLst>
            </p:cNvPr>
            <p:cNvSpPr/>
            <p:nvPr/>
          </p:nvSpPr>
          <p:spPr>
            <a:xfrm>
              <a:off x="5012126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1F2E5FE-FA9A-6E49-F8FA-554E99D92C5B}"/>
                </a:ext>
              </a:extLst>
            </p:cNvPr>
            <p:cNvGrpSpPr/>
            <p:nvPr/>
          </p:nvGrpSpPr>
          <p:grpSpPr>
            <a:xfrm>
              <a:off x="5452252" y="3376830"/>
              <a:ext cx="384271" cy="230832"/>
              <a:chOff x="5452252" y="3376830"/>
              <a:chExt cx="384271" cy="2308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7AB710E9-A6BB-EDF7-9EED-BCFE6A437AE5}"/>
                      </a:ext>
                    </a:extLst>
                  </p:cNvPr>
                  <p:cNvSpPr txBox="1"/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9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900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7AB710E9-A6BB-EDF7-9EED-BCFE6A437A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8C4F9E3-F232-ADBA-A395-B290DA5AFB82}"/>
                  </a:ext>
                </a:extLst>
              </p:cNvPr>
              <p:cNvSpPr/>
              <p:nvPr/>
            </p:nvSpPr>
            <p:spPr>
              <a:xfrm>
                <a:off x="5522973" y="3376830"/>
                <a:ext cx="242828" cy="23083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CAF31FF-6D56-2390-7555-E90426825913}"/>
                </a:ext>
              </a:extLst>
            </p:cNvPr>
            <p:cNvSpPr/>
            <p:nvPr/>
          </p:nvSpPr>
          <p:spPr>
            <a:xfrm>
              <a:off x="5012126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83BFB4-0ABA-791A-06AE-56DE52272E0F}"/>
                </a:ext>
              </a:extLst>
            </p:cNvPr>
            <p:cNvSpPr/>
            <p:nvPr/>
          </p:nvSpPr>
          <p:spPr>
            <a:xfrm>
              <a:off x="5012126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05E4CE-3B26-5B6B-E7AD-F0B040178835}"/>
                </a:ext>
              </a:extLst>
            </p:cNvPr>
            <p:cNvSpPr/>
            <p:nvPr/>
          </p:nvSpPr>
          <p:spPr>
            <a:xfrm>
              <a:off x="6545552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472F94-B976-C9AE-C113-F904988823EB}"/>
                </a:ext>
              </a:extLst>
            </p:cNvPr>
            <p:cNvSpPr/>
            <p:nvPr/>
          </p:nvSpPr>
          <p:spPr>
            <a:xfrm>
              <a:off x="654555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A5CFAD-3A65-DE7D-3877-3524A2C314A8}"/>
                </a:ext>
              </a:extLst>
            </p:cNvPr>
            <p:cNvSpPr/>
            <p:nvPr/>
          </p:nvSpPr>
          <p:spPr>
            <a:xfrm>
              <a:off x="654555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DC47C19-417D-62DA-5191-78B8FA2C6DFB}"/>
                </a:ext>
              </a:extLst>
            </p:cNvPr>
            <p:cNvCxnSpPr>
              <a:stCxn id="4" idx="0"/>
              <a:endCxn id="7" idx="2"/>
            </p:cNvCxnSpPr>
            <p:nvPr/>
          </p:nvCxnSpPr>
          <p:spPr>
            <a:xfrm flipV="1">
              <a:off x="5133540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63C69FC-880F-C8EF-C8D6-811D8096B2EE}"/>
                </a:ext>
              </a:extLst>
            </p:cNvPr>
            <p:cNvCxnSpPr>
              <a:cxnSpLocks/>
              <a:endCxn id="4" idx="2"/>
            </p:cNvCxnSpPr>
            <p:nvPr/>
          </p:nvCxnSpPr>
          <p:spPr>
            <a:xfrm flipV="1">
              <a:off x="5133105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AEA687F-05A2-D9C7-64D5-4623B38AFE1D}"/>
                </a:ext>
              </a:extLst>
            </p:cNvPr>
            <p:cNvCxnSpPr/>
            <p:nvPr/>
          </p:nvCxnSpPr>
          <p:spPr>
            <a:xfrm flipV="1">
              <a:off x="6667065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A795912-B22C-3725-50EE-59BBE24C9D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66966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3DDBA500-0601-EF96-00CC-24DD5ED6B0C6}"/>
                </a:ext>
              </a:extLst>
            </p:cNvPr>
            <p:cNvSpPr/>
            <p:nvPr/>
          </p:nvSpPr>
          <p:spPr>
            <a:xfrm>
              <a:off x="5140325" y="3034105"/>
              <a:ext cx="504825" cy="340920"/>
            </a:xfrm>
            <a:custGeom>
              <a:avLst/>
              <a:gdLst>
                <a:gd name="connsiteX0" fmla="*/ 0 w 504825"/>
                <a:gd name="connsiteY0" fmla="*/ 331395 h 340920"/>
                <a:gd name="connsiteX1" fmla="*/ 47625 w 504825"/>
                <a:gd name="connsiteY1" fmla="*/ 207570 h 340920"/>
                <a:gd name="connsiteX2" fmla="*/ 107950 w 504825"/>
                <a:gd name="connsiteY2" fmla="*/ 99620 h 340920"/>
                <a:gd name="connsiteX3" fmla="*/ 190500 w 504825"/>
                <a:gd name="connsiteY3" fmla="*/ 23420 h 340920"/>
                <a:gd name="connsiteX4" fmla="*/ 292100 w 504825"/>
                <a:gd name="connsiteY4" fmla="*/ 1195 h 340920"/>
                <a:gd name="connsiteX5" fmla="*/ 371475 w 504825"/>
                <a:gd name="connsiteY5" fmla="*/ 7545 h 340920"/>
                <a:gd name="connsiteX6" fmla="*/ 425450 w 504825"/>
                <a:gd name="connsiteY6" fmla="*/ 45645 h 340920"/>
                <a:gd name="connsiteX7" fmla="*/ 460375 w 504825"/>
                <a:gd name="connsiteY7" fmla="*/ 112320 h 340920"/>
                <a:gd name="connsiteX8" fmla="*/ 482600 w 504825"/>
                <a:gd name="connsiteY8" fmla="*/ 185345 h 340920"/>
                <a:gd name="connsiteX9" fmla="*/ 492125 w 504825"/>
                <a:gd name="connsiteY9" fmla="*/ 223445 h 340920"/>
                <a:gd name="connsiteX10" fmla="*/ 495300 w 504825"/>
                <a:gd name="connsiteY10" fmla="*/ 267895 h 340920"/>
                <a:gd name="connsiteX11" fmla="*/ 501650 w 504825"/>
                <a:gd name="connsiteY11" fmla="*/ 312345 h 340920"/>
                <a:gd name="connsiteX12" fmla="*/ 504825 w 504825"/>
                <a:gd name="connsiteY12" fmla="*/ 340920 h 340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4825" h="340920">
                  <a:moveTo>
                    <a:pt x="0" y="331395"/>
                  </a:moveTo>
                  <a:cubicBezTo>
                    <a:pt x="14816" y="288797"/>
                    <a:pt x="29633" y="246199"/>
                    <a:pt x="47625" y="207570"/>
                  </a:cubicBezTo>
                  <a:cubicBezTo>
                    <a:pt x="65617" y="168941"/>
                    <a:pt x="84138" y="130312"/>
                    <a:pt x="107950" y="99620"/>
                  </a:cubicBezTo>
                  <a:cubicBezTo>
                    <a:pt x="131762" y="68928"/>
                    <a:pt x="159808" y="39824"/>
                    <a:pt x="190500" y="23420"/>
                  </a:cubicBezTo>
                  <a:cubicBezTo>
                    <a:pt x="221192" y="7016"/>
                    <a:pt x="261938" y="3841"/>
                    <a:pt x="292100" y="1195"/>
                  </a:cubicBezTo>
                  <a:cubicBezTo>
                    <a:pt x="322262" y="-1451"/>
                    <a:pt x="349250" y="137"/>
                    <a:pt x="371475" y="7545"/>
                  </a:cubicBezTo>
                  <a:cubicBezTo>
                    <a:pt x="393700" y="14953"/>
                    <a:pt x="410633" y="28183"/>
                    <a:pt x="425450" y="45645"/>
                  </a:cubicBezTo>
                  <a:cubicBezTo>
                    <a:pt x="440267" y="63107"/>
                    <a:pt x="450850" y="89037"/>
                    <a:pt x="460375" y="112320"/>
                  </a:cubicBezTo>
                  <a:cubicBezTo>
                    <a:pt x="469900" y="135603"/>
                    <a:pt x="477308" y="166824"/>
                    <a:pt x="482600" y="185345"/>
                  </a:cubicBezTo>
                  <a:cubicBezTo>
                    <a:pt x="487892" y="203866"/>
                    <a:pt x="490008" y="209687"/>
                    <a:pt x="492125" y="223445"/>
                  </a:cubicBezTo>
                  <a:cubicBezTo>
                    <a:pt x="494242" y="237203"/>
                    <a:pt x="493713" y="253078"/>
                    <a:pt x="495300" y="267895"/>
                  </a:cubicBezTo>
                  <a:cubicBezTo>
                    <a:pt x="496887" y="282712"/>
                    <a:pt x="500063" y="300174"/>
                    <a:pt x="501650" y="312345"/>
                  </a:cubicBezTo>
                  <a:cubicBezTo>
                    <a:pt x="503237" y="324516"/>
                    <a:pt x="504031" y="332718"/>
                    <a:pt x="504825" y="340920"/>
                  </a:cubicBezTo>
                </a:path>
              </a:pathLst>
            </a:custGeom>
            <a:noFill/>
            <a:ln w="9525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91BDBDE7-FA56-27AD-7AF2-8F233450112C}"/>
                </a:ext>
              </a:extLst>
            </p:cNvPr>
            <p:cNvSpPr/>
            <p:nvPr/>
          </p:nvSpPr>
          <p:spPr>
            <a:xfrm>
              <a:off x="5130800" y="3609975"/>
              <a:ext cx="524060" cy="376438"/>
            </a:xfrm>
            <a:custGeom>
              <a:avLst/>
              <a:gdLst>
                <a:gd name="connsiteX0" fmla="*/ 520700 w 524060"/>
                <a:gd name="connsiteY0" fmla="*/ 0 h 376438"/>
                <a:gd name="connsiteX1" fmla="*/ 520700 w 524060"/>
                <a:gd name="connsiteY1" fmla="*/ 139700 h 376438"/>
                <a:gd name="connsiteX2" fmla="*/ 485775 w 524060"/>
                <a:gd name="connsiteY2" fmla="*/ 247650 h 376438"/>
                <a:gd name="connsiteX3" fmla="*/ 412750 w 524060"/>
                <a:gd name="connsiteY3" fmla="*/ 327025 h 376438"/>
                <a:gd name="connsiteX4" fmla="*/ 330200 w 524060"/>
                <a:gd name="connsiteY4" fmla="*/ 371475 h 376438"/>
                <a:gd name="connsiteX5" fmla="*/ 234950 w 524060"/>
                <a:gd name="connsiteY5" fmla="*/ 374650 h 376438"/>
                <a:gd name="connsiteX6" fmla="*/ 149225 w 524060"/>
                <a:gd name="connsiteY6" fmla="*/ 365125 h 376438"/>
                <a:gd name="connsiteX7" fmla="*/ 69850 w 524060"/>
                <a:gd name="connsiteY7" fmla="*/ 304800 h 376438"/>
                <a:gd name="connsiteX8" fmla="*/ 41275 w 524060"/>
                <a:gd name="connsiteY8" fmla="*/ 225425 h 376438"/>
                <a:gd name="connsiteX9" fmla="*/ 22225 w 524060"/>
                <a:gd name="connsiteY9" fmla="*/ 136525 h 376438"/>
                <a:gd name="connsiteX10" fmla="*/ 9525 w 524060"/>
                <a:gd name="connsiteY10" fmla="*/ 85725 h 376438"/>
                <a:gd name="connsiteX11" fmla="*/ 3175 w 524060"/>
                <a:gd name="connsiteY11" fmla="*/ 41275 h 376438"/>
                <a:gd name="connsiteX12" fmla="*/ 0 w 524060"/>
                <a:gd name="connsiteY12" fmla="*/ 9525 h 376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4060" h="376438">
                  <a:moveTo>
                    <a:pt x="520700" y="0"/>
                  </a:moveTo>
                  <a:cubicBezTo>
                    <a:pt x="523610" y="49212"/>
                    <a:pt x="526521" y="98425"/>
                    <a:pt x="520700" y="139700"/>
                  </a:cubicBezTo>
                  <a:cubicBezTo>
                    <a:pt x="514879" y="180975"/>
                    <a:pt x="503767" y="216429"/>
                    <a:pt x="485775" y="247650"/>
                  </a:cubicBezTo>
                  <a:cubicBezTo>
                    <a:pt x="467783" y="278871"/>
                    <a:pt x="438679" y="306388"/>
                    <a:pt x="412750" y="327025"/>
                  </a:cubicBezTo>
                  <a:cubicBezTo>
                    <a:pt x="386821" y="347663"/>
                    <a:pt x="359833" y="363538"/>
                    <a:pt x="330200" y="371475"/>
                  </a:cubicBezTo>
                  <a:cubicBezTo>
                    <a:pt x="300567" y="379412"/>
                    <a:pt x="265112" y="375708"/>
                    <a:pt x="234950" y="374650"/>
                  </a:cubicBezTo>
                  <a:cubicBezTo>
                    <a:pt x="204788" y="373592"/>
                    <a:pt x="176742" y="376767"/>
                    <a:pt x="149225" y="365125"/>
                  </a:cubicBezTo>
                  <a:cubicBezTo>
                    <a:pt x="121708" y="353483"/>
                    <a:pt x="87842" y="328083"/>
                    <a:pt x="69850" y="304800"/>
                  </a:cubicBezTo>
                  <a:cubicBezTo>
                    <a:pt x="51858" y="281517"/>
                    <a:pt x="49212" y="253471"/>
                    <a:pt x="41275" y="225425"/>
                  </a:cubicBezTo>
                  <a:cubicBezTo>
                    <a:pt x="33337" y="197379"/>
                    <a:pt x="27517" y="159808"/>
                    <a:pt x="22225" y="136525"/>
                  </a:cubicBezTo>
                  <a:cubicBezTo>
                    <a:pt x="16933" y="113242"/>
                    <a:pt x="12700" y="101600"/>
                    <a:pt x="9525" y="85725"/>
                  </a:cubicBezTo>
                  <a:cubicBezTo>
                    <a:pt x="6350" y="69850"/>
                    <a:pt x="4762" y="53975"/>
                    <a:pt x="3175" y="41275"/>
                  </a:cubicBezTo>
                  <a:cubicBezTo>
                    <a:pt x="1588" y="28575"/>
                    <a:pt x="794" y="19050"/>
                    <a:pt x="0" y="9525"/>
                  </a:cubicBezTo>
                </a:path>
              </a:pathLst>
            </a:custGeom>
            <a:noFill/>
            <a:ln w="9525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D910B42-A90F-389B-E06B-C978AF73CC64}"/>
                </a:ext>
              </a:extLst>
            </p:cNvPr>
            <p:cNvSpPr/>
            <p:nvPr/>
          </p:nvSpPr>
          <p:spPr>
            <a:xfrm>
              <a:off x="8200392" y="337683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D781EF0-8ABD-A100-5A90-BC7D09EB56F2}"/>
                </a:ext>
              </a:extLst>
            </p:cNvPr>
            <p:cNvSpPr/>
            <p:nvPr/>
          </p:nvSpPr>
          <p:spPr>
            <a:xfrm>
              <a:off x="820039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DB3AF39-2496-D51A-04D8-05103494140D}"/>
                </a:ext>
              </a:extLst>
            </p:cNvPr>
            <p:cNvSpPr/>
            <p:nvPr/>
          </p:nvSpPr>
          <p:spPr>
            <a:xfrm>
              <a:off x="820039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2CCC953-2E53-7634-D107-38587850E8F1}"/>
                </a:ext>
              </a:extLst>
            </p:cNvPr>
            <p:cNvCxnSpPr/>
            <p:nvPr/>
          </p:nvCxnSpPr>
          <p:spPr>
            <a:xfrm flipV="1">
              <a:off x="8321905" y="2777980"/>
              <a:ext cx="0" cy="59885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3094263-BFB0-0F12-4374-C51F37AD29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1806" y="3615864"/>
              <a:ext cx="435" cy="53940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F4FE24A-7A9F-AD6A-BF61-92CE52B14C37}"/>
                </a:ext>
              </a:extLst>
            </p:cNvPr>
            <p:cNvCxnSpPr>
              <a:stCxn id="9" idx="3"/>
              <a:endCxn id="22" idx="1"/>
            </p:cNvCxnSpPr>
            <p:nvPr/>
          </p:nvCxnSpPr>
          <p:spPr>
            <a:xfrm>
              <a:off x="6788380" y="3496347"/>
              <a:ext cx="1412012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6E0471E-B671-776C-F513-580A480707FE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6096000" y="3489385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75E0D5F-E8CD-140C-6F26-5187BCB37F1E}"/>
                </a:ext>
              </a:extLst>
            </p:cNvPr>
            <p:cNvCxnSpPr/>
            <p:nvPr/>
          </p:nvCxnSpPr>
          <p:spPr>
            <a:xfrm>
              <a:off x="8443220" y="3496347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5ABCE1-820E-5FB0-3769-3A42378E936C}"/>
                </a:ext>
              </a:extLst>
            </p:cNvPr>
            <p:cNvSpPr/>
            <p:nvPr/>
          </p:nvSpPr>
          <p:spPr>
            <a:xfrm>
              <a:off x="6202392" y="2393830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4750452-A5C8-8B6C-A194-633C6D587C67}"/>
                </a:ext>
              </a:extLst>
            </p:cNvPr>
            <p:cNvSpPr/>
            <p:nvPr/>
          </p:nvSpPr>
          <p:spPr>
            <a:xfrm>
              <a:off x="7855994" y="2390009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8E556CF-714E-25B5-1FA8-FD993A64EEBE}"/>
                    </a:ext>
                  </a:extLst>
                </p:cNvPr>
                <p:cNvSpPr txBox="1"/>
                <p:nvPr/>
              </p:nvSpPr>
              <p:spPr>
                <a:xfrm>
                  <a:off x="6436864" y="4606506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8E556CF-714E-25B5-1FA8-FD993A64EE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6864" y="4606506"/>
                  <a:ext cx="458395" cy="2308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CB3F1AB-80FA-E7B4-094C-03D30F1F072B}"/>
                    </a:ext>
                  </a:extLst>
                </p:cNvPr>
                <p:cNvSpPr txBox="1"/>
                <p:nvPr/>
              </p:nvSpPr>
              <p:spPr>
                <a:xfrm>
                  <a:off x="8198583" y="4582418"/>
                  <a:ext cx="25641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CB3F1AB-80FA-E7B4-094C-03D30F1F07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8583" y="4582418"/>
                  <a:ext cx="256417" cy="2308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D377B31-D0EB-B74C-9F2D-CC8125EC8D43}"/>
                </a:ext>
              </a:extLst>
            </p:cNvPr>
            <p:cNvSpPr/>
            <p:nvPr/>
          </p:nvSpPr>
          <p:spPr>
            <a:xfrm>
              <a:off x="3426303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A5370DA-26B1-DF82-1B43-F08A4BFF043E}"/>
                </a:ext>
              </a:extLst>
            </p:cNvPr>
            <p:cNvSpPr/>
            <p:nvPr/>
          </p:nvSpPr>
          <p:spPr>
            <a:xfrm>
              <a:off x="3426303" y="3034105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F27495C1-9682-C65F-0049-17411E84E306}"/>
                </a:ext>
              </a:extLst>
            </p:cNvPr>
            <p:cNvSpPr/>
            <p:nvPr/>
          </p:nvSpPr>
          <p:spPr>
            <a:xfrm>
              <a:off x="3426303" y="3559160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887B63B-A0E3-393E-F347-549BB32B0172}"/>
                </a:ext>
              </a:extLst>
            </p:cNvPr>
            <p:cNvGrpSpPr/>
            <p:nvPr/>
          </p:nvGrpSpPr>
          <p:grpSpPr>
            <a:xfrm>
              <a:off x="3355581" y="4043957"/>
              <a:ext cx="384271" cy="230832"/>
              <a:chOff x="5452252" y="3376830"/>
              <a:chExt cx="384271" cy="2308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D1E25BFB-B563-C6D7-77FE-7E1FA0A1CA7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9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900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D1E25BFB-B563-C6D7-77FE-7E1FA0A1CA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2252" y="3376830"/>
                    <a:ext cx="384271" cy="2308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31570DE-0EEA-EE31-C033-7593C3025667}"/>
                  </a:ext>
                </a:extLst>
              </p:cNvPr>
              <p:cNvSpPr/>
              <p:nvPr/>
            </p:nvSpPr>
            <p:spPr>
              <a:xfrm>
                <a:off x="5522973" y="3376830"/>
                <a:ext cx="242828" cy="23083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798E1EF-0243-828F-625A-4227DBF580AD}"/>
                </a:ext>
              </a:extLst>
            </p:cNvPr>
            <p:cNvSpPr txBox="1"/>
            <p:nvPr/>
          </p:nvSpPr>
          <p:spPr>
            <a:xfrm>
              <a:off x="3721772" y="2473797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output neuron</a:t>
              </a:r>
            </a:p>
            <a:p>
              <a:r>
                <a:rPr lang="en-US" sz="900" dirty="0"/>
                <a:t>group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0908662-01B7-53BD-B684-CFAEC4B70BE9}"/>
                </a:ext>
              </a:extLst>
            </p:cNvPr>
            <p:cNvSpPr txBox="1"/>
            <p:nvPr/>
          </p:nvSpPr>
          <p:spPr>
            <a:xfrm>
              <a:off x="3725396" y="2968956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hidden state </a:t>
              </a:r>
            </a:p>
            <a:p>
              <a:r>
                <a:rPr lang="en-US" sz="900" dirty="0"/>
                <a:t>neuron group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478D37B-A02F-9C28-441B-5D01E2B700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16" y="4394744"/>
              <a:ext cx="0" cy="30309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9319C4B-FC54-6557-D64F-24BC99D4C6E7}"/>
                </a:ext>
              </a:extLst>
            </p:cNvPr>
            <p:cNvSpPr txBox="1"/>
            <p:nvPr/>
          </p:nvSpPr>
          <p:spPr>
            <a:xfrm>
              <a:off x="3739852" y="3557496"/>
              <a:ext cx="49725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inputs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3BDCB67-358E-D66E-1034-3C153644164A}"/>
                </a:ext>
              </a:extLst>
            </p:cNvPr>
            <p:cNvSpPr txBox="1"/>
            <p:nvPr/>
          </p:nvSpPr>
          <p:spPr>
            <a:xfrm>
              <a:off x="3751886" y="4039856"/>
              <a:ext cx="66075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delay line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EEE46FA-7F2E-814F-3594-783ACD1D9980}"/>
                </a:ext>
              </a:extLst>
            </p:cNvPr>
            <p:cNvSpPr txBox="1"/>
            <p:nvPr/>
          </p:nvSpPr>
          <p:spPr>
            <a:xfrm>
              <a:off x="3739852" y="4341651"/>
              <a:ext cx="12378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group of weights</a:t>
              </a:r>
            </a:p>
            <a:p>
              <a:r>
                <a:rPr lang="en-US" sz="900" dirty="0"/>
                <a:t>with information flow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0551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3DC84395-078A-3B68-2670-1F779BCC5749}"/>
              </a:ext>
            </a:extLst>
          </p:cNvPr>
          <p:cNvGrpSpPr/>
          <p:nvPr/>
        </p:nvGrpSpPr>
        <p:grpSpPr>
          <a:xfrm>
            <a:off x="3092278" y="2402335"/>
            <a:ext cx="5684065" cy="2443508"/>
            <a:chOff x="3092278" y="2402335"/>
            <a:chExt cx="5684065" cy="244350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74BAE7-54E1-72CA-5FA4-6DA69B52E495}"/>
                </a:ext>
              </a:extLst>
            </p:cNvPr>
            <p:cNvSpPr/>
            <p:nvPr/>
          </p:nvSpPr>
          <p:spPr>
            <a:xfrm>
              <a:off x="6693444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C2FEA7-5BF0-F93A-2415-4664AE3EC17D}"/>
                </a:ext>
              </a:extLst>
            </p:cNvPr>
            <p:cNvSpPr/>
            <p:nvPr/>
          </p:nvSpPr>
          <p:spPr>
            <a:xfrm>
              <a:off x="6545552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53F21AA-73DD-7DE4-9CB9-9A6273AA5EE0}"/>
                </a:ext>
              </a:extLst>
            </p:cNvPr>
            <p:cNvSpPr/>
            <p:nvPr/>
          </p:nvSpPr>
          <p:spPr>
            <a:xfrm>
              <a:off x="6545552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00B0163-D958-C7BF-8D90-0B3BCD16ED84}"/>
                </a:ext>
              </a:extLst>
            </p:cNvPr>
            <p:cNvCxnSpPr>
              <a:cxnSpLocks/>
              <a:stCxn id="9" idx="0"/>
              <a:endCxn id="10" idx="2"/>
            </p:cNvCxnSpPr>
            <p:nvPr/>
          </p:nvCxnSpPr>
          <p:spPr>
            <a:xfrm flipH="1" flipV="1">
              <a:off x="6666966" y="2777980"/>
              <a:ext cx="147892" cy="45008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E0F8AAC-C2F2-F359-3A67-AF750DE455EF}"/>
                </a:ext>
              </a:extLst>
            </p:cNvPr>
            <p:cNvCxnSpPr>
              <a:cxnSpLocks/>
              <a:stCxn id="11" idx="0"/>
              <a:endCxn id="9" idx="2"/>
            </p:cNvCxnSpPr>
            <p:nvPr/>
          </p:nvCxnSpPr>
          <p:spPr>
            <a:xfrm flipV="1">
              <a:off x="6666966" y="3467094"/>
              <a:ext cx="147892" cy="68817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816DCF-B119-D7B6-D76F-3AC8E934F96C}"/>
                </a:ext>
              </a:extLst>
            </p:cNvPr>
            <p:cNvSpPr/>
            <p:nvPr/>
          </p:nvSpPr>
          <p:spPr>
            <a:xfrm>
              <a:off x="8098837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89C26ED-1639-9221-B2E3-8FC6170EF70C}"/>
                </a:ext>
              </a:extLst>
            </p:cNvPr>
            <p:cNvSpPr/>
            <p:nvPr/>
          </p:nvSpPr>
          <p:spPr>
            <a:xfrm>
              <a:off x="7996509" y="2544287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7236B1E-3FCD-1E18-A4CF-57634E7E93D8}"/>
                </a:ext>
              </a:extLst>
            </p:cNvPr>
            <p:cNvSpPr/>
            <p:nvPr/>
          </p:nvSpPr>
          <p:spPr>
            <a:xfrm>
              <a:off x="7996509" y="4160613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A43662E-6319-37CE-3081-EE8146916FB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8109922" y="2781871"/>
              <a:ext cx="110329" cy="446189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DCBA30D-B8B3-B65A-0003-B7E04DE11A3D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8109823" y="3467094"/>
              <a:ext cx="110428" cy="692069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45F0B07-291D-36EE-9648-615194E53F06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6936272" y="3345250"/>
              <a:ext cx="1162565" cy="232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4D284FB-54E2-14C9-FB64-736292079EEC}"/>
                </a:ext>
              </a:extLst>
            </p:cNvPr>
            <p:cNvCxnSpPr>
              <a:cxnSpLocks/>
              <a:stCxn id="67" idx="3"/>
              <a:endCxn id="9" idx="1"/>
            </p:cNvCxnSpPr>
            <p:nvPr/>
          </p:nvCxnSpPr>
          <p:spPr>
            <a:xfrm>
              <a:off x="5560546" y="3347577"/>
              <a:ext cx="1132898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FE71C38-42E8-0B1B-6FE4-7AA1C836E67E}"/>
                </a:ext>
              </a:extLst>
            </p:cNvPr>
            <p:cNvCxnSpPr/>
            <p:nvPr/>
          </p:nvCxnSpPr>
          <p:spPr>
            <a:xfrm>
              <a:off x="8326791" y="3348408"/>
              <a:ext cx="449552" cy="6962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5F40104-C892-5C2E-6FF2-0E7ECC9C8966}"/>
                </a:ext>
              </a:extLst>
            </p:cNvPr>
            <p:cNvSpPr/>
            <p:nvPr/>
          </p:nvSpPr>
          <p:spPr>
            <a:xfrm>
              <a:off x="6208708" y="2402977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6774416-CD18-3AAA-F10C-0B1208CB5B32}"/>
                </a:ext>
              </a:extLst>
            </p:cNvPr>
            <p:cNvSpPr/>
            <p:nvPr/>
          </p:nvSpPr>
          <p:spPr>
            <a:xfrm>
              <a:off x="7643267" y="2415223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EC7C6E-268B-B17D-9BFC-CA4704787967}"/>
                    </a:ext>
                  </a:extLst>
                </p:cNvPr>
                <p:cNvSpPr txBox="1"/>
                <p:nvPr/>
              </p:nvSpPr>
              <p:spPr>
                <a:xfrm>
                  <a:off x="6538757" y="4615011"/>
                  <a:ext cx="256417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EC7C6E-268B-B17D-9BFC-CA47047879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8757" y="4615011"/>
                  <a:ext cx="256417" cy="2308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0DA95FD5-F0E8-309E-BD1F-7BB03BF7D9DD}"/>
                    </a:ext>
                  </a:extLst>
                </p:cNvPr>
                <p:cNvSpPr txBox="1"/>
                <p:nvPr/>
              </p:nvSpPr>
              <p:spPr>
                <a:xfrm>
                  <a:off x="7904925" y="4615011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0DA95FD5-F0E8-309E-BD1F-7BB03BF7D9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4925" y="4615011"/>
                  <a:ext cx="458395" cy="2308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87884ED-DACD-1A19-A254-4B74FA3A1971}"/>
                </a:ext>
              </a:extLst>
            </p:cNvPr>
            <p:cNvSpPr/>
            <p:nvPr/>
          </p:nvSpPr>
          <p:spPr>
            <a:xfrm>
              <a:off x="3092278" y="2593314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8AC8D46-E7C9-F0D2-3CBD-8CC047E0D706}"/>
                </a:ext>
              </a:extLst>
            </p:cNvPr>
            <p:cNvSpPr/>
            <p:nvPr/>
          </p:nvSpPr>
          <p:spPr>
            <a:xfrm>
              <a:off x="3092278" y="3088473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718FD0F-EB3F-5C31-6999-C363023F673A}"/>
                </a:ext>
              </a:extLst>
            </p:cNvPr>
            <p:cNvSpPr/>
            <p:nvPr/>
          </p:nvSpPr>
          <p:spPr>
            <a:xfrm>
              <a:off x="3092278" y="3613528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47FB4BA-6CD9-E021-788F-179ECD129DC6}"/>
                </a:ext>
              </a:extLst>
            </p:cNvPr>
            <p:cNvSpPr txBox="1"/>
            <p:nvPr/>
          </p:nvSpPr>
          <p:spPr>
            <a:xfrm>
              <a:off x="3387747" y="2528165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output neuron</a:t>
              </a:r>
            </a:p>
            <a:p>
              <a:r>
                <a:rPr lang="en-US" sz="900" dirty="0"/>
                <a:t>group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88D1A75-4DB7-A49A-15CF-E086A420314E}"/>
                </a:ext>
              </a:extLst>
            </p:cNvPr>
            <p:cNvSpPr txBox="1"/>
            <p:nvPr/>
          </p:nvSpPr>
          <p:spPr>
            <a:xfrm>
              <a:off x="3391371" y="3023324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hidden state </a:t>
              </a:r>
            </a:p>
            <a:p>
              <a:r>
                <a:rPr lang="en-US" sz="900" dirty="0"/>
                <a:t>neuron group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B8DB6B-ECC6-9521-F53E-01EAD13282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00197" y="4078067"/>
              <a:ext cx="0" cy="30309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FF9A28B-DF6D-84B0-191A-624899C2258D}"/>
                </a:ext>
              </a:extLst>
            </p:cNvPr>
            <p:cNvSpPr txBox="1"/>
            <p:nvPr/>
          </p:nvSpPr>
          <p:spPr>
            <a:xfrm>
              <a:off x="3405827" y="3611864"/>
              <a:ext cx="49725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inputs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1DC6C3F-89BC-C65F-707E-09CA0E5629AE}"/>
                </a:ext>
              </a:extLst>
            </p:cNvPr>
            <p:cNvSpPr txBox="1"/>
            <p:nvPr/>
          </p:nvSpPr>
          <p:spPr>
            <a:xfrm>
              <a:off x="3392333" y="4024974"/>
              <a:ext cx="12378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group of weights</a:t>
              </a:r>
            </a:p>
            <a:p>
              <a:r>
                <a:rPr lang="en-US" sz="900" dirty="0"/>
                <a:t>with information flow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6AA8339-6E17-A684-E65D-767D9CFA2417}"/>
                </a:ext>
              </a:extLst>
            </p:cNvPr>
            <p:cNvSpPr/>
            <p:nvPr/>
          </p:nvSpPr>
          <p:spPr>
            <a:xfrm>
              <a:off x="6448518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E9B07C4-4894-CD92-234A-4BF0D6E59DD9}"/>
                </a:ext>
              </a:extLst>
            </p:cNvPr>
            <p:cNvSpPr/>
            <p:nvPr/>
          </p:nvSpPr>
          <p:spPr>
            <a:xfrm>
              <a:off x="7864109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C5D4B7C-A9D7-FBE2-2CE4-F9DBF4B7A2F8}"/>
                </a:ext>
              </a:extLst>
            </p:cNvPr>
            <p:cNvCxnSpPr>
              <a:cxnSpLocks/>
              <a:stCxn id="53" idx="0"/>
              <a:endCxn id="10" idx="2"/>
            </p:cNvCxnSpPr>
            <p:nvPr/>
          </p:nvCxnSpPr>
          <p:spPr>
            <a:xfrm flipV="1">
              <a:off x="6569932" y="2777980"/>
              <a:ext cx="97034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F9CF4133-C531-C4C4-E241-2FC6CEC36E40}"/>
                </a:ext>
              </a:extLst>
            </p:cNvPr>
            <p:cNvCxnSpPr>
              <a:cxnSpLocks/>
              <a:stCxn id="11" idx="0"/>
              <a:endCxn id="53" idx="2"/>
            </p:cNvCxnSpPr>
            <p:nvPr/>
          </p:nvCxnSpPr>
          <p:spPr>
            <a:xfrm flipH="1" flipV="1">
              <a:off x="6569932" y="3760595"/>
              <a:ext cx="97034" cy="39467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9B26246C-E1FA-4E2C-6FC2-1E5FDD51C933}"/>
                </a:ext>
              </a:extLst>
            </p:cNvPr>
            <p:cNvCxnSpPr>
              <a:cxnSpLocks/>
              <a:stCxn id="54" idx="0"/>
            </p:cNvCxnSpPr>
            <p:nvPr/>
          </p:nvCxnSpPr>
          <p:spPr>
            <a:xfrm flipV="1">
              <a:off x="7985523" y="2777980"/>
              <a:ext cx="131708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9F06155F-DF2C-0E4F-1E7C-ABA55EBEE24D}"/>
                </a:ext>
              </a:extLst>
            </p:cNvPr>
            <p:cNvCxnSpPr>
              <a:cxnSpLocks/>
              <a:endCxn id="54" idx="2"/>
            </p:cNvCxnSpPr>
            <p:nvPr/>
          </p:nvCxnSpPr>
          <p:spPr>
            <a:xfrm flipH="1" flipV="1">
              <a:off x="7985523" y="3760595"/>
              <a:ext cx="131708" cy="39471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1D0C5B1-EC40-C1EF-062A-E1D0900A5534}"/>
                </a:ext>
              </a:extLst>
            </p:cNvPr>
            <p:cNvCxnSpPr>
              <a:cxnSpLocks/>
              <a:stCxn id="53" idx="3"/>
              <a:endCxn id="54" idx="1"/>
            </p:cNvCxnSpPr>
            <p:nvPr/>
          </p:nvCxnSpPr>
          <p:spPr>
            <a:xfrm>
              <a:off x="6691346" y="3641078"/>
              <a:ext cx="1172763" cy="0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FD03656-9251-AD3D-9DD0-E0748EB1F013}"/>
                </a:ext>
              </a:extLst>
            </p:cNvPr>
            <p:cNvSpPr/>
            <p:nvPr/>
          </p:nvSpPr>
          <p:spPr>
            <a:xfrm>
              <a:off x="5317718" y="3228060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11B86EB-6389-CFD6-03AB-59A7BB38F455}"/>
                </a:ext>
              </a:extLst>
            </p:cNvPr>
            <p:cNvSpPr/>
            <p:nvPr/>
          </p:nvSpPr>
          <p:spPr>
            <a:xfrm>
              <a:off x="5169826" y="2538946"/>
              <a:ext cx="242828" cy="239034"/>
            </a:xfrm>
            <a:prstGeom prst="rect">
              <a:avLst/>
            </a:prstGeom>
            <a:solidFill>
              <a:schemeClr val="accent1">
                <a:alpha val="76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A8FC469-56DC-AEC6-7D88-773F8EAE7528}"/>
                </a:ext>
              </a:extLst>
            </p:cNvPr>
            <p:cNvSpPr/>
            <p:nvPr/>
          </p:nvSpPr>
          <p:spPr>
            <a:xfrm>
              <a:off x="5169826" y="4155272"/>
              <a:ext cx="242828" cy="239034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5F2CDEB0-0F49-959E-9D84-FE7A31614589}"/>
                </a:ext>
              </a:extLst>
            </p:cNvPr>
            <p:cNvCxnSpPr>
              <a:cxnSpLocks/>
              <a:stCxn id="67" idx="0"/>
              <a:endCxn id="68" idx="2"/>
            </p:cNvCxnSpPr>
            <p:nvPr/>
          </p:nvCxnSpPr>
          <p:spPr>
            <a:xfrm flipH="1" flipV="1">
              <a:off x="5291240" y="2777980"/>
              <a:ext cx="147892" cy="45008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2CE6F39A-8C0A-7B0E-C7AA-C376454564AF}"/>
                </a:ext>
              </a:extLst>
            </p:cNvPr>
            <p:cNvCxnSpPr>
              <a:cxnSpLocks/>
              <a:stCxn id="69" idx="0"/>
              <a:endCxn id="67" idx="2"/>
            </p:cNvCxnSpPr>
            <p:nvPr/>
          </p:nvCxnSpPr>
          <p:spPr>
            <a:xfrm flipV="1">
              <a:off x="5291240" y="3467094"/>
              <a:ext cx="147892" cy="68817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F03B565D-D1D5-48A4-9DD3-9870729C5C06}"/>
                </a:ext>
              </a:extLst>
            </p:cNvPr>
            <p:cNvCxnSpPr>
              <a:cxnSpLocks/>
              <a:endCxn id="67" idx="1"/>
            </p:cNvCxnSpPr>
            <p:nvPr/>
          </p:nvCxnSpPr>
          <p:spPr>
            <a:xfrm>
              <a:off x="4474276" y="3344096"/>
              <a:ext cx="843442" cy="34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02164D1-18E7-3027-A6AE-7BF2BC582AF7}"/>
                </a:ext>
              </a:extLst>
            </p:cNvPr>
            <p:cNvSpPr/>
            <p:nvPr/>
          </p:nvSpPr>
          <p:spPr>
            <a:xfrm>
              <a:off x="5072792" y="3521561"/>
              <a:ext cx="242828" cy="239034"/>
            </a:xfrm>
            <a:prstGeom prst="rect">
              <a:avLst/>
            </a:prstGeom>
            <a:solidFill>
              <a:schemeClr val="accent1">
                <a:alpha val="304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EC104C3F-1EA4-28B6-41E6-7CA46B5371D2}"/>
                </a:ext>
              </a:extLst>
            </p:cNvPr>
            <p:cNvCxnSpPr>
              <a:cxnSpLocks/>
              <a:stCxn id="73" idx="0"/>
              <a:endCxn id="68" idx="2"/>
            </p:cNvCxnSpPr>
            <p:nvPr/>
          </p:nvCxnSpPr>
          <p:spPr>
            <a:xfrm flipV="1">
              <a:off x="5194206" y="2777980"/>
              <a:ext cx="97034" cy="74358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1BBA58-7562-EC2E-B728-DFC49A4F1E6F}"/>
                </a:ext>
              </a:extLst>
            </p:cNvPr>
            <p:cNvCxnSpPr>
              <a:cxnSpLocks/>
              <a:stCxn id="69" idx="0"/>
              <a:endCxn id="73" idx="2"/>
            </p:cNvCxnSpPr>
            <p:nvPr/>
          </p:nvCxnSpPr>
          <p:spPr>
            <a:xfrm flipH="1" flipV="1">
              <a:off x="5194206" y="3760595"/>
              <a:ext cx="97034" cy="394677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02FEDE5-E8C0-B557-675F-64EB41622C2B}"/>
                </a:ext>
              </a:extLst>
            </p:cNvPr>
            <p:cNvCxnSpPr>
              <a:cxnSpLocks/>
              <a:endCxn id="53" idx="1"/>
            </p:cNvCxnSpPr>
            <p:nvPr/>
          </p:nvCxnSpPr>
          <p:spPr>
            <a:xfrm>
              <a:off x="5311485" y="3638407"/>
              <a:ext cx="1137033" cy="2671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22675BA3-1B17-4F17-4861-D33BBE2A0CA3}"/>
                    </a:ext>
                  </a:extLst>
                </p:cNvPr>
                <p:cNvSpPr txBox="1"/>
                <p:nvPr/>
              </p:nvSpPr>
              <p:spPr>
                <a:xfrm>
                  <a:off x="5082287" y="4605327"/>
                  <a:ext cx="458395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9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lang="en-US" sz="900" dirty="0"/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22675BA3-1B17-4F17-4861-D33BBE2A0C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2287" y="4605327"/>
                  <a:ext cx="458395" cy="2308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01C7F06-1753-4A9A-BD94-26E3B88588A6}"/>
                </a:ext>
              </a:extLst>
            </p:cNvPr>
            <p:cNvSpPr/>
            <p:nvPr/>
          </p:nvSpPr>
          <p:spPr>
            <a:xfrm>
              <a:off x="4828729" y="2402335"/>
              <a:ext cx="927340" cy="2212676"/>
            </a:xfrm>
            <a:prstGeom prst="rect">
              <a:avLst/>
            </a:prstGeom>
            <a:solidFill>
              <a:schemeClr val="accent1">
                <a:alpha val="13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5247B74-F773-5475-8C4F-E6952206C560}"/>
                </a:ext>
              </a:extLst>
            </p:cNvPr>
            <p:cNvCxnSpPr>
              <a:cxnSpLocks/>
            </p:cNvCxnSpPr>
            <p:nvPr/>
          </p:nvCxnSpPr>
          <p:spPr>
            <a:xfrm>
              <a:off x="8117231" y="3637737"/>
              <a:ext cx="659112" cy="13043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95666F5-23E2-222A-9A74-B9ED31AA7981}"/>
                </a:ext>
              </a:extLst>
            </p:cNvPr>
            <p:cNvCxnSpPr>
              <a:cxnSpLocks/>
            </p:cNvCxnSpPr>
            <p:nvPr/>
          </p:nvCxnSpPr>
          <p:spPr>
            <a:xfrm>
              <a:off x="4404216" y="3650780"/>
              <a:ext cx="663083" cy="0"/>
            </a:xfrm>
            <a:prstGeom prst="straightConnector1">
              <a:avLst/>
            </a:prstGeom>
            <a:ln w="9525"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ECB90468-EA3A-1D40-C16A-0D2263D9906C}"/>
                </a:ext>
              </a:extLst>
            </p:cNvPr>
            <p:cNvSpPr txBox="1"/>
            <p:nvPr/>
          </p:nvSpPr>
          <p:spPr>
            <a:xfrm>
              <a:off x="4341036" y="2982557"/>
              <a:ext cx="593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forward </a:t>
              </a:r>
            </a:p>
            <a:p>
              <a:r>
                <a:rPr lang="en-US" sz="900" dirty="0"/>
                <a:t>states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08F72E3-9C1A-E4EE-7F31-162B5F88DACD}"/>
                </a:ext>
              </a:extLst>
            </p:cNvPr>
            <p:cNvSpPr txBox="1"/>
            <p:nvPr/>
          </p:nvSpPr>
          <p:spPr>
            <a:xfrm>
              <a:off x="4216759" y="3657041"/>
              <a:ext cx="697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backward </a:t>
              </a:r>
            </a:p>
            <a:p>
              <a:r>
                <a:rPr lang="en-US" sz="900" dirty="0"/>
                <a:t>states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2945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8E765FA-AB64-8D67-EFE3-E75C3C26DCCF}"/>
              </a:ext>
            </a:extLst>
          </p:cNvPr>
          <p:cNvCxnSpPr/>
          <p:nvPr/>
        </p:nvCxnSpPr>
        <p:spPr>
          <a:xfrm>
            <a:off x="4594302" y="2449551"/>
            <a:ext cx="0" cy="1728439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DE9FD6-EB7D-1F4E-6470-53968C5C4B2C}"/>
              </a:ext>
            </a:extLst>
          </p:cNvPr>
          <p:cNvCxnSpPr>
            <a:cxnSpLocks/>
          </p:cNvCxnSpPr>
          <p:nvPr/>
        </p:nvCxnSpPr>
        <p:spPr>
          <a:xfrm flipH="1">
            <a:off x="4594302" y="4177990"/>
            <a:ext cx="2352908" cy="0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42CC93E-DB1E-045D-E010-D36E20277009}"/>
              </a:ext>
            </a:extLst>
          </p:cNvPr>
          <p:cNvCxnSpPr>
            <a:cxnSpLocks/>
          </p:cNvCxnSpPr>
          <p:nvPr/>
        </p:nvCxnSpPr>
        <p:spPr>
          <a:xfrm flipV="1">
            <a:off x="5754411" y="3124200"/>
            <a:ext cx="8108" cy="1053790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ED4069DB-9E04-3BDA-2519-4FD81760ACFF}"/>
              </a:ext>
            </a:extLst>
          </p:cNvPr>
          <p:cNvSpPr/>
          <p:nvPr/>
        </p:nvSpPr>
        <p:spPr>
          <a:xfrm>
            <a:off x="4728117" y="3266170"/>
            <a:ext cx="1219200" cy="911820"/>
          </a:xfrm>
          <a:custGeom>
            <a:avLst/>
            <a:gdLst>
              <a:gd name="connsiteX0" fmla="*/ 0 w 1219200"/>
              <a:gd name="connsiteY0" fmla="*/ 911820 h 911820"/>
              <a:gd name="connsiteX1" fmla="*/ 133815 w 1219200"/>
              <a:gd name="connsiteY1" fmla="*/ 889518 h 911820"/>
              <a:gd name="connsiteX2" fmla="*/ 260195 w 1219200"/>
              <a:gd name="connsiteY2" fmla="*/ 841196 h 911820"/>
              <a:gd name="connsiteX3" fmla="*/ 327103 w 1219200"/>
              <a:gd name="connsiteY3" fmla="*/ 796591 h 911820"/>
              <a:gd name="connsiteX4" fmla="*/ 379142 w 1219200"/>
              <a:gd name="connsiteY4" fmla="*/ 744552 h 911820"/>
              <a:gd name="connsiteX5" fmla="*/ 434898 w 1219200"/>
              <a:gd name="connsiteY5" fmla="*/ 666493 h 911820"/>
              <a:gd name="connsiteX6" fmla="*/ 475785 w 1219200"/>
              <a:gd name="connsiteY6" fmla="*/ 588435 h 911820"/>
              <a:gd name="connsiteX7" fmla="*/ 486937 w 1219200"/>
              <a:gd name="connsiteY7" fmla="*/ 536396 h 911820"/>
              <a:gd name="connsiteX8" fmla="*/ 524107 w 1219200"/>
              <a:gd name="connsiteY8" fmla="*/ 369128 h 911820"/>
              <a:gd name="connsiteX9" fmla="*/ 550127 w 1219200"/>
              <a:gd name="connsiteY9" fmla="*/ 253898 h 911820"/>
              <a:gd name="connsiteX10" fmla="*/ 579863 w 1219200"/>
              <a:gd name="connsiteY10" fmla="*/ 112650 h 911820"/>
              <a:gd name="connsiteX11" fmla="*/ 598449 w 1219200"/>
              <a:gd name="connsiteY11" fmla="*/ 53176 h 911820"/>
              <a:gd name="connsiteX12" fmla="*/ 617034 w 1219200"/>
              <a:gd name="connsiteY12" fmla="*/ 16006 h 911820"/>
              <a:gd name="connsiteX13" fmla="*/ 635620 w 1219200"/>
              <a:gd name="connsiteY13" fmla="*/ 8571 h 911820"/>
              <a:gd name="connsiteX14" fmla="*/ 676507 w 1219200"/>
              <a:gd name="connsiteY14" fmla="*/ 1137 h 911820"/>
              <a:gd name="connsiteX15" fmla="*/ 728546 w 1219200"/>
              <a:gd name="connsiteY15" fmla="*/ 34591 h 911820"/>
              <a:gd name="connsiteX16" fmla="*/ 747132 w 1219200"/>
              <a:gd name="connsiteY16" fmla="*/ 134952 h 911820"/>
              <a:gd name="connsiteX17" fmla="*/ 765717 w 1219200"/>
              <a:gd name="connsiteY17" fmla="*/ 227879 h 911820"/>
              <a:gd name="connsiteX18" fmla="*/ 780585 w 1219200"/>
              <a:gd name="connsiteY18" fmla="*/ 357976 h 911820"/>
              <a:gd name="connsiteX19" fmla="*/ 802888 w 1219200"/>
              <a:gd name="connsiteY19" fmla="*/ 473206 h 911820"/>
              <a:gd name="connsiteX20" fmla="*/ 821473 w 1219200"/>
              <a:gd name="connsiteY20" fmla="*/ 584718 h 911820"/>
              <a:gd name="connsiteX21" fmla="*/ 866078 w 1219200"/>
              <a:gd name="connsiteY21" fmla="*/ 662776 h 911820"/>
              <a:gd name="connsiteX22" fmla="*/ 910683 w 1219200"/>
              <a:gd name="connsiteY22" fmla="*/ 733401 h 911820"/>
              <a:gd name="connsiteX23" fmla="*/ 973873 w 1219200"/>
              <a:gd name="connsiteY23" fmla="*/ 785440 h 911820"/>
              <a:gd name="connsiteX24" fmla="*/ 1011044 w 1219200"/>
              <a:gd name="connsiteY24" fmla="*/ 822610 h 911820"/>
              <a:gd name="connsiteX25" fmla="*/ 1111405 w 1219200"/>
              <a:gd name="connsiteY25" fmla="*/ 870932 h 911820"/>
              <a:gd name="connsiteX26" fmla="*/ 1167161 w 1219200"/>
              <a:gd name="connsiteY26" fmla="*/ 889518 h 911820"/>
              <a:gd name="connsiteX27" fmla="*/ 1219200 w 1219200"/>
              <a:gd name="connsiteY27" fmla="*/ 900669 h 911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219200" h="911820">
                <a:moveTo>
                  <a:pt x="0" y="911820"/>
                </a:moveTo>
                <a:cubicBezTo>
                  <a:pt x="45224" y="906554"/>
                  <a:pt x="90449" y="901289"/>
                  <a:pt x="133815" y="889518"/>
                </a:cubicBezTo>
                <a:cubicBezTo>
                  <a:pt x="177181" y="877747"/>
                  <a:pt x="227980" y="856684"/>
                  <a:pt x="260195" y="841196"/>
                </a:cubicBezTo>
                <a:cubicBezTo>
                  <a:pt x="292410" y="825708"/>
                  <a:pt x="307279" y="812698"/>
                  <a:pt x="327103" y="796591"/>
                </a:cubicBezTo>
                <a:cubicBezTo>
                  <a:pt x="346927" y="780484"/>
                  <a:pt x="361176" y="766235"/>
                  <a:pt x="379142" y="744552"/>
                </a:cubicBezTo>
                <a:cubicBezTo>
                  <a:pt x="397108" y="722869"/>
                  <a:pt x="418791" y="692512"/>
                  <a:pt x="434898" y="666493"/>
                </a:cubicBezTo>
                <a:cubicBezTo>
                  <a:pt x="451005" y="640474"/>
                  <a:pt x="467112" y="610118"/>
                  <a:pt x="475785" y="588435"/>
                </a:cubicBezTo>
                <a:cubicBezTo>
                  <a:pt x="484458" y="566752"/>
                  <a:pt x="478883" y="572947"/>
                  <a:pt x="486937" y="536396"/>
                </a:cubicBezTo>
                <a:cubicBezTo>
                  <a:pt x="494991" y="499845"/>
                  <a:pt x="513575" y="416211"/>
                  <a:pt x="524107" y="369128"/>
                </a:cubicBezTo>
                <a:cubicBezTo>
                  <a:pt x="534639" y="322045"/>
                  <a:pt x="540834" y="296644"/>
                  <a:pt x="550127" y="253898"/>
                </a:cubicBezTo>
                <a:cubicBezTo>
                  <a:pt x="559420" y="211152"/>
                  <a:pt x="571809" y="146104"/>
                  <a:pt x="579863" y="112650"/>
                </a:cubicBezTo>
                <a:cubicBezTo>
                  <a:pt x="587917" y="79196"/>
                  <a:pt x="592254" y="69283"/>
                  <a:pt x="598449" y="53176"/>
                </a:cubicBezTo>
                <a:cubicBezTo>
                  <a:pt x="604644" y="37069"/>
                  <a:pt x="617034" y="16006"/>
                  <a:pt x="617034" y="16006"/>
                </a:cubicBezTo>
                <a:cubicBezTo>
                  <a:pt x="623229" y="8572"/>
                  <a:pt x="625708" y="11049"/>
                  <a:pt x="635620" y="8571"/>
                </a:cubicBezTo>
                <a:cubicBezTo>
                  <a:pt x="645532" y="6093"/>
                  <a:pt x="661019" y="-3200"/>
                  <a:pt x="676507" y="1137"/>
                </a:cubicBezTo>
                <a:cubicBezTo>
                  <a:pt x="691995" y="5474"/>
                  <a:pt x="716775" y="12289"/>
                  <a:pt x="728546" y="34591"/>
                </a:cubicBezTo>
                <a:cubicBezTo>
                  <a:pt x="740317" y="56893"/>
                  <a:pt x="740937" y="102737"/>
                  <a:pt x="747132" y="134952"/>
                </a:cubicBezTo>
                <a:cubicBezTo>
                  <a:pt x="753327" y="167167"/>
                  <a:pt x="760142" y="190708"/>
                  <a:pt x="765717" y="227879"/>
                </a:cubicBezTo>
                <a:cubicBezTo>
                  <a:pt x="771292" y="265050"/>
                  <a:pt x="774390" y="317088"/>
                  <a:pt x="780585" y="357976"/>
                </a:cubicBezTo>
                <a:cubicBezTo>
                  <a:pt x="786780" y="398864"/>
                  <a:pt x="796073" y="435416"/>
                  <a:pt x="802888" y="473206"/>
                </a:cubicBezTo>
                <a:cubicBezTo>
                  <a:pt x="809703" y="510996"/>
                  <a:pt x="810941" y="553123"/>
                  <a:pt x="821473" y="584718"/>
                </a:cubicBezTo>
                <a:cubicBezTo>
                  <a:pt x="832005" y="616313"/>
                  <a:pt x="851210" y="637996"/>
                  <a:pt x="866078" y="662776"/>
                </a:cubicBezTo>
                <a:cubicBezTo>
                  <a:pt x="880946" y="687556"/>
                  <a:pt x="892717" y="712957"/>
                  <a:pt x="910683" y="733401"/>
                </a:cubicBezTo>
                <a:cubicBezTo>
                  <a:pt x="928649" y="753845"/>
                  <a:pt x="957146" y="770572"/>
                  <a:pt x="973873" y="785440"/>
                </a:cubicBezTo>
                <a:cubicBezTo>
                  <a:pt x="990600" y="800308"/>
                  <a:pt x="988122" y="808361"/>
                  <a:pt x="1011044" y="822610"/>
                </a:cubicBezTo>
                <a:cubicBezTo>
                  <a:pt x="1033966" y="836859"/>
                  <a:pt x="1085386" y="859781"/>
                  <a:pt x="1111405" y="870932"/>
                </a:cubicBezTo>
                <a:cubicBezTo>
                  <a:pt x="1137424" y="882083"/>
                  <a:pt x="1149195" y="884562"/>
                  <a:pt x="1167161" y="889518"/>
                </a:cubicBezTo>
                <a:cubicBezTo>
                  <a:pt x="1185127" y="894474"/>
                  <a:pt x="1202163" y="897571"/>
                  <a:pt x="1219200" y="900669"/>
                </a:cubicBezTo>
              </a:path>
            </a:pathLst>
          </a:cu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5B2F08F5-AFC5-C26A-4408-F33739D959FD}"/>
              </a:ext>
            </a:extLst>
          </p:cNvPr>
          <p:cNvSpPr/>
          <p:nvPr/>
        </p:nvSpPr>
        <p:spPr>
          <a:xfrm>
            <a:off x="5229922" y="3796886"/>
            <a:ext cx="1360449" cy="381104"/>
          </a:xfrm>
          <a:custGeom>
            <a:avLst/>
            <a:gdLst>
              <a:gd name="connsiteX0" fmla="*/ 0 w 1360449"/>
              <a:gd name="connsiteY0" fmla="*/ 381104 h 381104"/>
              <a:gd name="connsiteX1" fmla="*/ 167268 w 1360449"/>
              <a:gd name="connsiteY1" fmla="*/ 343934 h 381104"/>
              <a:gd name="connsiteX2" fmla="*/ 226741 w 1360449"/>
              <a:gd name="connsiteY2" fmla="*/ 321631 h 381104"/>
              <a:gd name="connsiteX3" fmla="*/ 249044 w 1360449"/>
              <a:gd name="connsiteY3" fmla="*/ 303046 h 381104"/>
              <a:gd name="connsiteX4" fmla="*/ 304800 w 1360449"/>
              <a:gd name="connsiteY4" fmla="*/ 243573 h 381104"/>
              <a:gd name="connsiteX5" fmla="*/ 315951 w 1360449"/>
              <a:gd name="connsiteY5" fmla="*/ 217553 h 381104"/>
              <a:gd name="connsiteX6" fmla="*/ 360556 w 1360449"/>
              <a:gd name="connsiteY6" fmla="*/ 165514 h 381104"/>
              <a:gd name="connsiteX7" fmla="*/ 412595 w 1360449"/>
              <a:gd name="connsiteY7" fmla="*/ 94890 h 381104"/>
              <a:gd name="connsiteX8" fmla="*/ 509239 w 1360449"/>
              <a:gd name="connsiteY8" fmla="*/ 31699 h 381104"/>
              <a:gd name="connsiteX9" fmla="*/ 572429 w 1360449"/>
              <a:gd name="connsiteY9" fmla="*/ 9397 h 381104"/>
              <a:gd name="connsiteX10" fmla="*/ 620751 w 1360449"/>
              <a:gd name="connsiteY10" fmla="*/ 1963 h 381104"/>
              <a:gd name="connsiteX11" fmla="*/ 698810 w 1360449"/>
              <a:gd name="connsiteY11" fmla="*/ 1963 h 381104"/>
              <a:gd name="connsiteX12" fmla="*/ 788019 w 1360449"/>
              <a:gd name="connsiteY12" fmla="*/ 24265 h 381104"/>
              <a:gd name="connsiteX13" fmla="*/ 843776 w 1360449"/>
              <a:gd name="connsiteY13" fmla="*/ 54002 h 381104"/>
              <a:gd name="connsiteX14" fmla="*/ 914400 w 1360449"/>
              <a:gd name="connsiteY14" fmla="*/ 94890 h 381104"/>
              <a:gd name="connsiteX15" fmla="*/ 947854 w 1360449"/>
              <a:gd name="connsiteY15" fmla="*/ 132060 h 381104"/>
              <a:gd name="connsiteX16" fmla="*/ 1011044 w 1360449"/>
              <a:gd name="connsiteY16" fmla="*/ 206402 h 381104"/>
              <a:gd name="connsiteX17" fmla="*/ 1040780 w 1360449"/>
              <a:gd name="connsiteY17" fmla="*/ 258441 h 381104"/>
              <a:gd name="connsiteX18" fmla="*/ 1074234 w 1360449"/>
              <a:gd name="connsiteY18" fmla="*/ 295612 h 381104"/>
              <a:gd name="connsiteX19" fmla="*/ 1122556 w 1360449"/>
              <a:gd name="connsiteY19" fmla="*/ 329065 h 381104"/>
              <a:gd name="connsiteX20" fmla="*/ 1152293 w 1360449"/>
              <a:gd name="connsiteY20" fmla="*/ 336499 h 381104"/>
              <a:gd name="connsiteX21" fmla="*/ 1182029 w 1360449"/>
              <a:gd name="connsiteY21" fmla="*/ 351368 h 381104"/>
              <a:gd name="connsiteX22" fmla="*/ 1252654 w 1360449"/>
              <a:gd name="connsiteY22" fmla="*/ 366236 h 381104"/>
              <a:gd name="connsiteX23" fmla="*/ 1315844 w 1360449"/>
              <a:gd name="connsiteY23" fmla="*/ 373670 h 381104"/>
              <a:gd name="connsiteX24" fmla="*/ 1360449 w 1360449"/>
              <a:gd name="connsiteY24" fmla="*/ 381104 h 381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360449" h="381104">
                <a:moveTo>
                  <a:pt x="0" y="381104"/>
                </a:moveTo>
                <a:cubicBezTo>
                  <a:pt x="64739" y="367475"/>
                  <a:pt x="129478" y="353846"/>
                  <a:pt x="167268" y="343934"/>
                </a:cubicBezTo>
                <a:cubicBezTo>
                  <a:pt x="205058" y="334022"/>
                  <a:pt x="226741" y="321631"/>
                  <a:pt x="226741" y="321631"/>
                </a:cubicBezTo>
                <a:cubicBezTo>
                  <a:pt x="240370" y="314816"/>
                  <a:pt x="236034" y="316056"/>
                  <a:pt x="249044" y="303046"/>
                </a:cubicBezTo>
                <a:cubicBezTo>
                  <a:pt x="262054" y="290036"/>
                  <a:pt x="293649" y="257822"/>
                  <a:pt x="304800" y="243573"/>
                </a:cubicBezTo>
                <a:cubicBezTo>
                  <a:pt x="315951" y="229324"/>
                  <a:pt x="306658" y="230563"/>
                  <a:pt x="315951" y="217553"/>
                </a:cubicBezTo>
                <a:cubicBezTo>
                  <a:pt x="325244" y="204543"/>
                  <a:pt x="344449" y="185958"/>
                  <a:pt x="360556" y="165514"/>
                </a:cubicBezTo>
                <a:cubicBezTo>
                  <a:pt x="376663" y="145070"/>
                  <a:pt x="387815" y="117192"/>
                  <a:pt x="412595" y="94890"/>
                </a:cubicBezTo>
                <a:cubicBezTo>
                  <a:pt x="437375" y="72588"/>
                  <a:pt x="482600" y="45948"/>
                  <a:pt x="509239" y="31699"/>
                </a:cubicBezTo>
                <a:cubicBezTo>
                  <a:pt x="535878" y="17450"/>
                  <a:pt x="553844" y="14353"/>
                  <a:pt x="572429" y="9397"/>
                </a:cubicBezTo>
                <a:cubicBezTo>
                  <a:pt x="591014" y="4441"/>
                  <a:pt x="599688" y="3202"/>
                  <a:pt x="620751" y="1963"/>
                </a:cubicBezTo>
                <a:cubicBezTo>
                  <a:pt x="641814" y="724"/>
                  <a:pt x="670932" y="-1754"/>
                  <a:pt x="698810" y="1963"/>
                </a:cubicBezTo>
                <a:cubicBezTo>
                  <a:pt x="726688" y="5680"/>
                  <a:pt x="763858" y="15592"/>
                  <a:pt x="788019" y="24265"/>
                </a:cubicBezTo>
                <a:cubicBezTo>
                  <a:pt x="812180" y="32938"/>
                  <a:pt x="822713" y="42231"/>
                  <a:pt x="843776" y="54002"/>
                </a:cubicBezTo>
                <a:cubicBezTo>
                  <a:pt x="864839" y="65773"/>
                  <a:pt x="897054" y="81880"/>
                  <a:pt x="914400" y="94890"/>
                </a:cubicBezTo>
                <a:cubicBezTo>
                  <a:pt x="931746" y="107900"/>
                  <a:pt x="931747" y="113475"/>
                  <a:pt x="947854" y="132060"/>
                </a:cubicBezTo>
                <a:cubicBezTo>
                  <a:pt x="963961" y="150645"/>
                  <a:pt x="995556" y="185338"/>
                  <a:pt x="1011044" y="206402"/>
                </a:cubicBezTo>
                <a:cubicBezTo>
                  <a:pt x="1026532" y="227465"/>
                  <a:pt x="1030248" y="243573"/>
                  <a:pt x="1040780" y="258441"/>
                </a:cubicBezTo>
                <a:cubicBezTo>
                  <a:pt x="1051312" y="273309"/>
                  <a:pt x="1060605" y="283841"/>
                  <a:pt x="1074234" y="295612"/>
                </a:cubicBezTo>
                <a:cubicBezTo>
                  <a:pt x="1087863" y="307383"/>
                  <a:pt x="1109546" y="322251"/>
                  <a:pt x="1122556" y="329065"/>
                </a:cubicBezTo>
                <a:cubicBezTo>
                  <a:pt x="1135566" y="335879"/>
                  <a:pt x="1142381" y="332782"/>
                  <a:pt x="1152293" y="336499"/>
                </a:cubicBezTo>
                <a:cubicBezTo>
                  <a:pt x="1162205" y="340216"/>
                  <a:pt x="1165302" y="346412"/>
                  <a:pt x="1182029" y="351368"/>
                </a:cubicBezTo>
                <a:cubicBezTo>
                  <a:pt x="1198756" y="356324"/>
                  <a:pt x="1230352" y="362519"/>
                  <a:pt x="1252654" y="366236"/>
                </a:cubicBezTo>
                <a:cubicBezTo>
                  <a:pt x="1274956" y="369953"/>
                  <a:pt x="1297878" y="371192"/>
                  <a:pt x="1315844" y="373670"/>
                </a:cubicBezTo>
                <a:cubicBezTo>
                  <a:pt x="1333810" y="376148"/>
                  <a:pt x="1347129" y="378626"/>
                  <a:pt x="1360449" y="381104"/>
                </a:cubicBezTo>
              </a:path>
            </a:pathLst>
          </a:custGeom>
          <a:noFill/>
          <a:ln w="127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618A8A1-4324-6057-2D0B-1B563A28A6D6}"/>
                  </a:ext>
                </a:extLst>
              </p14:cNvPr>
              <p14:cNvContentPartPr/>
              <p14:nvPr/>
            </p14:nvContentPartPr>
            <p14:xfrm>
              <a:off x="5765855" y="4119910"/>
              <a:ext cx="133920" cy="536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618A8A1-4324-6057-2D0B-1B563A28A6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57215" y="4110910"/>
                <a:ext cx="15156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9C9C4CF-7BF9-94F6-2315-A27E5945B9AE}"/>
                  </a:ext>
                </a:extLst>
              </p14:cNvPr>
              <p14:cNvContentPartPr/>
              <p14:nvPr/>
            </p14:nvContentPartPr>
            <p14:xfrm>
              <a:off x="5410895" y="3980950"/>
              <a:ext cx="192240" cy="1879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9C9C4CF-7BF9-94F6-2315-A27E5945B9A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01895" y="3971950"/>
                <a:ext cx="20988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A91CDB5-B051-EAC6-EEFF-84DF9F2146D1}"/>
                  </a:ext>
                </a:extLst>
              </p14:cNvPr>
              <p14:cNvContentPartPr/>
              <p14:nvPr/>
            </p14:nvContentPartPr>
            <p14:xfrm>
              <a:off x="5330615" y="3967990"/>
              <a:ext cx="380160" cy="20556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A91CDB5-B051-EAC6-EEFF-84DF9F2146D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21615" y="3958990"/>
                <a:ext cx="39780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6E6E6DD-B4AB-85BD-6C91-65D28EBF6FFD}"/>
                  </a:ext>
                </a:extLst>
              </p14:cNvPr>
              <p14:cNvContentPartPr/>
              <p14:nvPr/>
            </p14:nvContentPartPr>
            <p14:xfrm>
              <a:off x="5458415" y="4027030"/>
              <a:ext cx="286200" cy="1342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6E6E6DD-B4AB-85BD-6C91-65D28EBF6FF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449775" y="4018390"/>
                <a:ext cx="303840" cy="15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B2FFCDE-5C4F-92C8-27CF-40660F8F8C87}"/>
                  </a:ext>
                </a:extLst>
              </p14:cNvPr>
              <p14:cNvContentPartPr/>
              <p14:nvPr/>
            </p14:nvContentPartPr>
            <p14:xfrm>
              <a:off x="5626175" y="3844870"/>
              <a:ext cx="120240" cy="2214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B2FFCDE-5C4F-92C8-27CF-40660F8F8C8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17175" y="3835870"/>
                <a:ext cx="137880" cy="239040"/>
              </a:xfrm>
              <a:prstGeom prst="rect">
                <a:avLst/>
              </a:prstGeom>
            </p:spPr>
          </p:pic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969938-AE36-24A0-D9A0-B579CC517EC9}"/>
              </a:ext>
            </a:extLst>
          </p:cNvPr>
          <p:cNvCxnSpPr>
            <a:cxnSpLocks/>
          </p:cNvCxnSpPr>
          <p:nvPr/>
        </p:nvCxnSpPr>
        <p:spPr>
          <a:xfrm>
            <a:off x="5601515" y="3590925"/>
            <a:ext cx="0" cy="331180"/>
          </a:xfrm>
          <a:prstGeom prst="straightConnector1">
            <a:avLst/>
          </a:prstGeom>
          <a:ln w="6350"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5118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47</Words>
  <Application>Microsoft Macintosh PowerPoint</Application>
  <PresentationFormat>Widescreen</PresentationFormat>
  <Paragraphs>26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Gueorguiev, Dimitar</dc:creator>
  <cp:lastModifiedBy>Gueorguiev, Dimitar</cp:lastModifiedBy>
  <cp:revision>6</cp:revision>
  <dcterms:created xsi:type="dcterms:W3CDTF">2025-05-23T02:35:52Z</dcterms:created>
  <dcterms:modified xsi:type="dcterms:W3CDTF">2025-08-16T18:00:49Z</dcterms:modified>
</cp:coreProperties>
</file>